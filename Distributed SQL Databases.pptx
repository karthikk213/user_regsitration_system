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314A0A-9778-4F7B-8DB1-EED79DD3448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B7F7FA8-38D7-4595-B837-6A39F7D0D65A}">
      <dgm:prSet/>
      <dgm:spPr/>
      <dgm:t>
        <a:bodyPr/>
        <a:lstStyle/>
        <a:p>
          <a:r>
            <a:rPr lang="en-US"/>
            <a:t>OLTP systems power transactional workloads.</a:t>
          </a:r>
        </a:p>
      </dgm:t>
    </dgm:pt>
    <dgm:pt modelId="{FB170E80-5144-4A4F-88FB-531B0C39901D}" type="parTrans" cxnId="{4B4E19FF-CED6-4B88-AC94-FB61F985AB3A}">
      <dgm:prSet/>
      <dgm:spPr/>
      <dgm:t>
        <a:bodyPr/>
        <a:lstStyle/>
        <a:p>
          <a:endParaRPr lang="en-US"/>
        </a:p>
      </dgm:t>
    </dgm:pt>
    <dgm:pt modelId="{18C0B753-4162-4015-AF5A-E4103106A28A}" type="sibTrans" cxnId="{4B4E19FF-CED6-4B88-AC94-FB61F985AB3A}">
      <dgm:prSet/>
      <dgm:spPr/>
      <dgm:t>
        <a:bodyPr/>
        <a:lstStyle/>
        <a:p>
          <a:endParaRPr lang="en-US"/>
        </a:p>
      </dgm:t>
    </dgm:pt>
    <dgm:pt modelId="{907452F9-CAE0-41CE-B387-1A1F92507A80}">
      <dgm:prSet/>
      <dgm:spPr/>
      <dgm:t>
        <a:bodyPr/>
        <a:lstStyle/>
        <a:p>
          <a:r>
            <a:rPr lang="en-US"/>
            <a:t>Traditional RDBMS struggles with scalability &amp; global consistency.</a:t>
          </a:r>
        </a:p>
      </dgm:t>
    </dgm:pt>
    <dgm:pt modelId="{B7A69259-8891-486B-927D-BB0B0AB03224}" type="parTrans" cxnId="{ACAE5798-E9BA-46B9-AFB8-70317B010F07}">
      <dgm:prSet/>
      <dgm:spPr/>
      <dgm:t>
        <a:bodyPr/>
        <a:lstStyle/>
        <a:p>
          <a:endParaRPr lang="en-US"/>
        </a:p>
      </dgm:t>
    </dgm:pt>
    <dgm:pt modelId="{64F3DE8D-72D3-43D0-AE3B-8C20C0049882}" type="sibTrans" cxnId="{ACAE5798-E9BA-46B9-AFB8-70317B010F07}">
      <dgm:prSet/>
      <dgm:spPr/>
      <dgm:t>
        <a:bodyPr/>
        <a:lstStyle/>
        <a:p>
          <a:endParaRPr lang="en-US"/>
        </a:p>
      </dgm:t>
    </dgm:pt>
    <dgm:pt modelId="{DB4D5E5A-90FE-489D-A20B-1E4162B41196}">
      <dgm:prSet/>
      <dgm:spPr/>
      <dgm:t>
        <a:bodyPr/>
        <a:lstStyle/>
        <a:p>
          <a:r>
            <a:rPr lang="en-US"/>
            <a:t>Distributed SQL solves these challenges.</a:t>
          </a:r>
        </a:p>
      </dgm:t>
    </dgm:pt>
    <dgm:pt modelId="{DB2FFC79-5809-467C-BAD7-772DBDFBDCE5}" type="parTrans" cxnId="{F81E5677-605E-457E-8A3A-D5C837D15091}">
      <dgm:prSet/>
      <dgm:spPr/>
      <dgm:t>
        <a:bodyPr/>
        <a:lstStyle/>
        <a:p>
          <a:endParaRPr lang="en-US"/>
        </a:p>
      </dgm:t>
    </dgm:pt>
    <dgm:pt modelId="{45D36F79-4D66-4468-8342-8A56DD1BA0FC}" type="sibTrans" cxnId="{F81E5677-605E-457E-8A3A-D5C837D15091}">
      <dgm:prSet/>
      <dgm:spPr/>
      <dgm:t>
        <a:bodyPr/>
        <a:lstStyle/>
        <a:p>
          <a:endParaRPr lang="en-US"/>
        </a:p>
      </dgm:t>
    </dgm:pt>
    <dgm:pt modelId="{62FE8572-2378-4ECB-AD4F-5B98D8F9901A}" type="pres">
      <dgm:prSet presAssocID="{B3314A0A-9778-4F7B-8DB1-EED79DD3448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968809F-72B6-4686-9FF2-02BC1228A4DE}" type="pres">
      <dgm:prSet presAssocID="{CB7F7FA8-38D7-4595-B837-6A39F7D0D65A}" presName="hierRoot1" presStyleCnt="0"/>
      <dgm:spPr/>
    </dgm:pt>
    <dgm:pt modelId="{2CEFF18C-41D0-4210-9C14-BED83CD56217}" type="pres">
      <dgm:prSet presAssocID="{CB7F7FA8-38D7-4595-B837-6A39F7D0D65A}" presName="composite" presStyleCnt="0"/>
      <dgm:spPr/>
    </dgm:pt>
    <dgm:pt modelId="{4DE1F679-DA58-44B7-8359-3121FA17830F}" type="pres">
      <dgm:prSet presAssocID="{CB7F7FA8-38D7-4595-B837-6A39F7D0D65A}" presName="background" presStyleLbl="node0" presStyleIdx="0" presStyleCnt="3"/>
      <dgm:spPr/>
    </dgm:pt>
    <dgm:pt modelId="{0E39D085-0FEA-4C89-8516-D9E77B8CA7B8}" type="pres">
      <dgm:prSet presAssocID="{CB7F7FA8-38D7-4595-B837-6A39F7D0D65A}" presName="text" presStyleLbl="fgAcc0" presStyleIdx="0" presStyleCnt="3">
        <dgm:presLayoutVars>
          <dgm:chPref val="3"/>
        </dgm:presLayoutVars>
      </dgm:prSet>
      <dgm:spPr/>
    </dgm:pt>
    <dgm:pt modelId="{2FE63A8F-EA90-48BF-84E0-69021B4782FC}" type="pres">
      <dgm:prSet presAssocID="{CB7F7FA8-38D7-4595-B837-6A39F7D0D65A}" presName="hierChild2" presStyleCnt="0"/>
      <dgm:spPr/>
    </dgm:pt>
    <dgm:pt modelId="{2EDFFDB7-6EAC-4023-A88A-93C82441BB8A}" type="pres">
      <dgm:prSet presAssocID="{907452F9-CAE0-41CE-B387-1A1F92507A80}" presName="hierRoot1" presStyleCnt="0"/>
      <dgm:spPr/>
    </dgm:pt>
    <dgm:pt modelId="{0F054A39-DF29-435A-8056-F8EA98EFDE66}" type="pres">
      <dgm:prSet presAssocID="{907452F9-CAE0-41CE-B387-1A1F92507A80}" presName="composite" presStyleCnt="0"/>
      <dgm:spPr/>
    </dgm:pt>
    <dgm:pt modelId="{57E7B0E6-11CC-49CE-B5E7-AD2D77A23BCA}" type="pres">
      <dgm:prSet presAssocID="{907452F9-CAE0-41CE-B387-1A1F92507A80}" presName="background" presStyleLbl="node0" presStyleIdx="1" presStyleCnt="3"/>
      <dgm:spPr/>
    </dgm:pt>
    <dgm:pt modelId="{6E29902C-4185-40F1-BBFD-7A3FAA05CA36}" type="pres">
      <dgm:prSet presAssocID="{907452F9-CAE0-41CE-B387-1A1F92507A80}" presName="text" presStyleLbl="fgAcc0" presStyleIdx="1" presStyleCnt="3">
        <dgm:presLayoutVars>
          <dgm:chPref val="3"/>
        </dgm:presLayoutVars>
      </dgm:prSet>
      <dgm:spPr/>
    </dgm:pt>
    <dgm:pt modelId="{B9FE07C5-CFB7-47B3-8E2C-2DF3DD50CCB8}" type="pres">
      <dgm:prSet presAssocID="{907452F9-CAE0-41CE-B387-1A1F92507A80}" presName="hierChild2" presStyleCnt="0"/>
      <dgm:spPr/>
    </dgm:pt>
    <dgm:pt modelId="{485EA681-9498-4703-882C-83048AAA75FC}" type="pres">
      <dgm:prSet presAssocID="{DB4D5E5A-90FE-489D-A20B-1E4162B41196}" presName="hierRoot1" presStyleCnt="0"/>
      <dgm:spPr/>
    </dgm:pt>
    <dgm:pt modelId="{4F2195B5-A429-420E-908D-C71736696058}" type="pres">
      <dgm:prSet presAssocID="{DB4D5E5A-90FE-489D-A20B-1E4162B41196}" presName="composite" presStyleCnt="0"/>
      <dgm:spPr/>
    </dgm:pt>
    <dgm:pt modelId="{8DF9E579-4E11-4528-9770-786DEE90C4D2}" type="pres">
      <dgm:prSet presAssocID="{DB4D5E5A-90FE-489D-A20B-1E4162B41196}" presName="background" presStyleLbl="node0" presStyleIdx="2" presStyleCnt="3"/>
      <dgm:spPr/>
    </dgm:pt>
    <dgm:pt modelId="{1B19456E-AD88-4B1B-BB91-EBF99F1D088C}" type="pres">
      <dgm:prSet presAssocID="{DB4D5E5A-90FE-489D-A20B-1E4162B41196}" presName="text" presStyleLbl="fgAcc0" presStyleIdx="2" presStyleCnt="3">
        <dgm:presLayoutVars>
          <dgm:chPref val="3"/>
        </dgm:presLayoutVars>
      </dgm:prSet>
      <dgm:spPr/>
    </dgm:pt>
    <dgm:pt modelId="{E4416506-A474-42D0-BB67-8CAA0CA5F50F}" type="pres">
      <dgm:prSet presAssocID="{DB4D5E5A-90FE-489D-A20B-1E4162B41196}" presName="hierChild2" presStyleCnt="0"/>
      <dgm:spPr/>
    </dgm:pt>
  </dgm:ptLst>
  <dgm:cxnLst>
    <dgm:cxn modelId="{7C20EC13-71C0-4A41-AF84-1968A784C8E8}" type="presOf" srcId="{907452F9-CAE0-41CE-B387-1A1F92507A80}" destId="{6E29902C-4185-40F1-BBFD-7A3FAA05CA36}" srcOrd="0" destOrd="0" presId="urn:microsoft.com/office/officeart/2005/8/layout/hierarchy1"/>
    <dgm:cxn modelId="{9A51B515-AF2E-4361-BF00-CA31EFA1A710}" type="presOf" srcId="{DB4D5E5A-90FE-489D-A20B-1E4162B41196}" destId="{1B19456E-AD88-4B1B-BB91-EBF99F1D088C}" srcOrd="0" destOrd="0" presId="urn:microsoft.com/office/officeart/2005/8/layout/hierarchy1"/>
    <dgm:cxn modelId="{4DB2836C-3095-42E0-8FDB-54A578BABB22}" type="presOf" srcId="{CB7F7FA8-38D7-4595-B837-6A39F7D0D65A}" destId="{0E39D085-0FEA-4C89-8516-D9E77B8CA7B8}" srcOrd="0" destOrd="0" presId="urn:microsoft.com/office/officeart/2005/8/layout/hierarchy1"/>
    <dgm:cxn modelId="{F81E5677-605E-457E-8A3A-D5C837D15091}" srcId="{B3314A0A-9778-4F7B-8DB1-EED79DD34488}" destId="{DB4D5E5A-90FE-489D-A20B-1E4162B41196}" srcOrd="2" destOrd="0" parTransId="{DB2FFC79-5809-467C-BAD7-772DBDFBDCE5}" sibTransId="{45D36F79-4D66-4468-8342-8A56DD1BA0FC}"/>
    <dgm:cxn modelId="{ACAE5798-E9BA-46B9-AFB8-70317B010F07}" srcId="{B3314A0A-9778-4F7B-8DB1-EED79DD34488}" destId="{907452F9-CAE0-41CE-B387-1A1F92507A80}" srcOrd="1" destOrd="0" parTransId="{B7A69259-8891-486B-927D-BB0B0AB03224}" sibTransId="{64F3DE8D-72D3-43D0-AE3B-8C20C0049882}"/>
    <dgm:cxn modelId="{4D16C6A3-3D32-4A9F-88EF-C050B650D543}" type="presOf" srcId="{B3314A0A-9778-4F7B-8DB1-EED79DD34488}" destId="{62FE8572-2378-4ECB-AD4F-5B98D8F9901A}" srcOrd="0" destOrd="0" presId="urn:microsoft.com/office/officeart/2005/8/layout/hierarchy1"/>
    <dgm:cxn modelId="{4B4E19FF-CED6-4B88-AC94-FB61F985AB3A}" srcId="{B3314A0A-9778-4F7B-8DB1-EED79DD34488}" destId="{CB7F7FA8-38D7-4595-B837-6A39F7D0D65A}" srcOrd="0" destOrd="0" parTransId="{FB170E80-5144-4A4F-88FB-531B0C39901D}" sibTransId="{18C0B753-4162-4015-AF5A-E4103106A28A}"/>
    <dgm:cxn modelId="{34C4D388-63C5-47EE-A5B7-8B8E636A9D31}" type="presParOf" srcId="{62FE8572-2378-4ECB-AD4F-5B98D8F9901A}" destId="{3968809F-72B6-4686-9FF2-02BC1228A4DE}" srcOrd="0" destOrd="0" presId="urn:microsoft.com/office/officeart/2005/8/layout/hierarchy1"/>
    <dgm:cxn modelId="{57EC68DA-66DA-4D9A-818C-2518C398D4BC}" type="presParOf" srcId="{3968809F-72B6-4686-9FF2-02BC1228A4DE}" destId="{2CEFF18C-41D0-4210-9C14-BED83CD56217}" srcOrd="0" destOrd="0" presId="urn:microsoft.com/office/officeart/2005/8/layout/hierarchy1"/>
    <dgm:cxn modelId="{2227D661-B33E-49F2-ADD6-3A86BCDFDEAB}" type="presParOf" srcId="{2CEFF18C-41D0-4210-9C14-BED83CD56217}" destId="{4DE1F679-DA58-44B7-8359-3121FA17830F}" srcOrd="0" destOrd="0" presId="urn:microsoft.com/office/officeart/2005/8/layout/hierarchy1"/>
    <dgm:cxn modelId="{BF59654D-A000-4B2F-A540-8E3BE8AE3E78}" type="presParOf" srcId="{2CEFF18C-41D0-4210-9C14-BED83CD56217}" destId="{0E39D085-0FEA-4C89-8516-D9E77B8CA7B8}" srcOrd="1" destOrd="0" presId="urn:microsoft.com/office/officeart/2005/8/layout/hierarchy1"/>
    <dgm:cxn modelId="{792042F4-078E-4D94-8ABD-56606C3D5329}" type="presParOf" srcId="{3968809F-72B6-4686-9FF2-02BC1228A4DE}" destId="{2FE63A8F-EA90-48BF-84E0-69021B4782FC}" srcOrd="1" destOrd="0" presId="urn:microsoft.com/office/officeart/2005/8/layout/hierarchy1"/>
    <dgm:cxn modelId="{1C602C53-0730-46A0-835D-22F39750717E}" type="presParOf" srcId="{62FE8572-2378-4ECB-AD4F-5B98D8F9901A}" destId="{2EDFFDB7-6EAC-4023-A88A-93C82441BB8A}" srcOrd="1" destOrd="0" presId="urn:microsoft.com/office/officeart/2005/8/layout/hierarchy1"/>
    <dgm:cxn modelId="{8A1C2CBE-D58F-4927-9F05-1BD4FE268CCF}" type="presParOf" srcId="{2EDFFDB7-6EAC-4023-A88A-93C82441BB8A}" destId="{0F054A39-DF29-435A-8056-F8EA98EFDE66}" srcOrd="0" destOrd="0" presId="urn:microsoft.com/office/officeart/2005/8/layout/hierarchy1"/>
    <dgm:cxn modelId="{355226B0-1DB5-47ED-A00E-23140E2EF0E0}" type="presParOf" srcId="{0F054A39-DF29-435A-8056-F8EA98EFDE66}" destId="{57E7B0E6-11CC-49CE-B5E7-AD2D77A23BCA}" srcOrd="0" destOrd="0" presId="urn:microsoft.com/office/officeart/2005/8/layout/hierarchy1"/>
    <dgm:cxn modelId="{C109DDDD-5DEC-43BB-9D65-52095F5ABC02}" type="presParOf" srcId="{0F054A39-DF29-435A-8056-F8EA98EFDE66}" destId="{6E29902C-4185-40F1-BBFD-7A3FAA05CA36}" srcOrd="1" destOrd="0" presId="urn:microsoft.com/office/officeart/2005/8/layout/hierarchy1"/>
    <dgm:cxn modelId="{B0ADFB7B-C740-48B4-84BF-5A063D555612}" type="presParOf" srcId="{2EDFFDB7-6EAC-4023-A88A-93C82441BB8A}" destId="{B9FE07C5-CFB7-47B3-8E2C-2DF3DD50CCB8}" srcOrd="1" destOrd="0" presId="urn:microsoft.com/office/officeart/2005/8/layout/hierarchy1"/>
    <dgm:cxn modelId="{6EFB3346-7728-4362-899C-552ACAB8AAB1}" type="presParOf" srcId="{62FE8572-2378-4ECB-AD4F-5B98D8F9901A}" destId="{485EA681-9498-4703-882C-83048AAA75FC}" srcOrd="2" destOrd="0" presId="urn:microsoft.com/office/officeart/2005/8/layout/hierarchy1"/>
    <dgm:cxn modelId="{8AE1A37A-DD74-4CFC-A521-2F08A495A271}" type="presParOf" srcId="{485EA681-9498-4703-882C-83048AAA75FC}" destId="{4F2195B5-A429-420E-908D-C71736696058}" srcOrd="0" destOrd="0" presId="urn:microsoft.com/office/officeart/2005/8/layout/hierarchy1"/>
    <dgm:cxn modelId="{9038911F-732D-48C1-9E45-06EACA03596D}" type="presParOf" srcId="{4F2195B5-A429-420E-908D-C71736696058}" destId="{8DF9E579-4E11-4528-9770-786DEE90C4D2}" srcOrd="0" destOrd="0" presId="urn:microsoft.com/office/officeart/2005/8/layout/hierarchy1"/>
    <dgm:cxn modelId="{FE813CFD-FD1C-4C60-BB57-C833BB63B966}" type="presParOf" srcId="{4F2195B5-A429-420E-908D-C71736696058}" destId="{1B19456E-AD88-4B1B-BB91-EBF99F1D088C}" srcOrd="1" destOrd="0" presId="urn:microsoft.com/office/officeart/2005/8/layout/hierarchy1"/>
    <dgm:cxn modelId="{1B4764FE-BF09-4EFB-A2F4-2C140820A900}" type="presParOf" srcId="{485EA681-9498-4703-882C-83048AAA75FC}" destId="{E4416506-A474-42D0-BB67-8CAA0CA5F50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7FBD6A-FE5C-409A-ACB8-802690E09FD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A5D66B1-AC7B-4A51-A29D-DEEE8289FD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Relational database distributed across nodes.</a:t>
          </a:r>
        </a:p>
      </dgm:t>
    </dgm:pt>
    <dgm:pt modelId="{2311FA06-84EC-4118-81B5-BE24A0C1B3C0}" type="parTrans" cxnId="{81974145-B4A4-41E6-B47D-68D3017E59D1}">
      <dgm:prSet/>
      <dgm:spPr/>
      <dgm:t>
        <a:bodyPr/>
        <a:lstStyle/>
        <a:p>
          <a:endParaRPr lang="en-US"/>
        </a:p>
      </dgm:t>
    </dgm:pt>
    <dgm:pt modelId="{8A892026-382B-4D16-B2A4-5CD7D486365C}" type="sibTrans" cxnId="{81974145-B4A4-41E6-B47D-68D3017E59D1}">
      <dgm:prSet/>
      <dgm:spPr/>
      <dgm:t>
        <a:bodyPr/>
        <a:lstStyle/>
        <a:p>
          <a:endParaRPr lang="en-US"/>
        </a:p>
      </dgm:t>
    </dgm:pt>
    <dgm:pt modelId="{CD16A937-4129-4352-BF75-909AA90447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Maintains SQL semantics &amp; ACID guarantees.</a:t>
          </a:r>
        </a:p>
      </dgm:t>
    </dgm:pt>
    <dgm:pt modelId="{3E995AF5-FE39-48DA-A399-E5518FD336D1}" type="parTrans" cxnId="{C6F60A18-BC63-45EA-A605-9CF19DA09EAF}">
      <dgm:prSet/>
      <dgm:spPr/>
      <dgm:t>
        <a:bodyPr/>
        <a:lstStyle/>
        <a:p>
          <a:endParaRPr lang="en-US"/>
        </a:p>
      </dgm:t>
    </dgm:pt>
    <dgm:pt modelId="{9B0A7CE7-FDEA-420C-AEC9-8CC8C1EB9945}" type="sibTrans" cxnId="{C6F60A18-BC63-45EA-A605-9CF19DA09EAF}">
      <dgm:prSet/>
      <dgm:spPr/>
      <dgm:t>
        <a:bodyPr/>
        <a:lstStyle/>
        <a:p>
          <a:endParaRPr lang="en-US"/>
        </a:p>
      </dgm:t>
    </dgm:pt>
    <dgm:pt modelId="{8153E89D-39BF-45EE-9943-BD16BD4D7A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Cloud-native, horizontally scalable.</a:t>
          </a:r>
        </a:p>
      </dgm:t>
    </dgm:pt>
    <dgm:pt modelId="{05861FC8-475A-4F6B-824F-287A8FB69AE9}" type="parTrans" cxnId="{7E8D363F-4FE2-49F5-96D8-B214873AECC7}">
      <dgm:prSet/>
      <dgm:spPr/>
      <dgm:t>
        <a:bodyPr/>
        <a:lstStyle/>
        <a:p>
          <a:endParaRPr lang="en-US"/>
        </a:p>
      </dgm:t>
    </dgm:pt>
    <dgm:pt modelId="{78478C53-2CD0-4F8D-9D15-E32F38961ABE}" type="sibTrans" cxnId="{7E8D363F-4FE2-49F5-96D8-B214873AECC7}">
      <dgm:prSet/>
      <dgm:spPr/>
      <dgm:t>
        <a:bodyPr/>
        <a:lstStyle/>
        <a:p>
          <a:endParaRPr lang="en-US"/>
        </a:p>
      </dgm:t>
    </dgm:pt>
    <dgm:pt modelId="{F40D8A58-9460-403F-B489-5808FA0ACC0D}" type="pres">
      <dgm:prSet presAssocID="{407FBD6A-FE5C-409A-ACB8-802690E09FDF}" presName="root" presStyleCnt="0">
        <dgm:presLayoutVars>
          <dgm:dir/>
          <dgm:resizeHandles val="exact"/>
        </dgm:presLayoutVars>
      </dgm:prSet>
      <dgm:spPr/>
    </dgm:pt>
    <dgm:pt modelId="{B29B2299-A353-416C-AA17-ED08BA1D5947}" type="pres">
      <dgm:prSet presAssocID="{AA5D66B1-AC7B-4A51-A29D-DEEE8289FD5F}" presName="compNode" presStyleCnt="0"/>
      <dgm:spPr/>
    </dgm:pt>
    <dgm:pt modelId="{D44C061C-EC76-44D3-812D-C7EB8B39B5EB}" type="pres">
      <dgm:prSet presAssocID="{AA5D66B1-AC7B-4A51-A29D-DEEE8289FD5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05A2B79-CA3A-45B5-AB4D-7F67A02BB0E8}" type="pres">
      <dgm:prSet presAssocID="{AA5D66B1-AC7B-4A51-A29D-DEEE8289FD5F}" presName="spaceRect" presStyleCnt="0"/>
      <dgm:spPr/>
    </dgm:pt>
    <dgm:pt modelId="{396BAD7E-275B-42F6-975E-641072DDF02B}" type="pres">
      <dgm:prSet presAssocID="{AA5D66B1-AC7B-4A51-A29D-DEEE8289FD5F}" presName="textRect" presStyleLbl="revTx" presStyleIdx="0" presStyleCnt="3">
        <dgm:presLayoutVars>
          <dgm:chMax val="1"/>
          <dgm:chPref val="1"/>
        </dgm:presLayoutVars>
      </dgm:prSet>
      <dgm:spPr/>
    </dgm:pt>
    <dgm:pt modelId="{141B96EA-B254-4E74-8F98-2326C1E48FED}" type="pres">
      <dgm:prSet presAssocID="{8A892026-382B-4D16-B2A4-5CD7D486365C}" presName="sibTrans" presStyleCnt="0"/>
      <dgm:spPr/>
    </dgm:pt>
    <dgm:pt modelId="{A3C35198-E9CE-4AC9-93F1-8800FD05A0D7}" type="pres">
      <dgm:prSet presAssocID="{CD16A937-4129-4352-BF75-909AA90447AB}" presName="compNode" presStyleCnt="0"/>
      <dgm:spPr/>
    </dgm:pt>
    <dgm:pt modelId="{C0B55BE7-0BD9-4360-8E5D-0F0E4FE6380E}" type="pres">
      <dgm:prSet presAssocID="{CD16A937-4129-4352-BF75-909AA90447A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F089C6BC-9493-4E0A-B880-78A8A343157A}" type="pres">
      <dgm:prSet presAssocID="{CD16A937-4129-4352-BF75-909AA90447AB}" presName="spaceRect" presStyleCnt="0"/>
      <dgm:spPr/>
    </dgm:pt>
    <dgm:pt modelId="{A86EA6A0-9490-449D-900D-4FB93F60A2AE}" type="pres">
      <dgm:prSet presAssocID="{CD16A937-4129-4352-BF75-909AA90447AB}" presName="textRect" presStyleLbl="revTx" presStyleIdx="1" presStyleCnt="3">
        <dgm:presLayoutVars>
          <dgm:chMax val="1"/>
          <dgm:chPref val="1"/>
        </dgm:presLayoutVars>
      </dgm:prSet>
      <dgm:spPr/>
    </dgm:pt>
    <dgm:pt modelId="{5FA2F14B-1950-4E61-9F4E-8CA057BD5E55}" type="pres">
      <dgm:prSet presAssocID="{9B0A7CE7-FDEA-420C-AEC9-8CC8C1EB9945}" presName="sibTrans" presStyleCnt="0"/>
      <dgm:spPr/>
    </dgm:pt>
    <dgm:pt modelId="{6AFD9741-665E-4E74-A801-73AB5D276DCE}" type="pres">
      <dgm:prSet presAssocID="{8153E89D-39BF-45EE-9943-BD16BD4D7A1F}" presName="compNode" presStyleCnt="0"/>
      <dgm:spPr/>
    </dgm:pt>
    <dgm:pt modelId="{4C5A2047-11D3-434F-9BCB-B24B0E3CF878}" type="pres">
      <dgm:prSet presAssocID="{8153E89D-39BF-45EE-9943-BD16BD4D7A1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now"/>
        </a:ext>
      </dgm:extLst>
    </dgm:pt>
    <dgm:pt modelId="{8BB7D4E5-8704-4569-9577-3A37CCEB4D90}" type="pres">
      <dgm:prSet presAssocID="{8153E89D-39BF-45EE-9943-BD16BD4D7A1F}" presName="spaceRect" presStyleCnt="0"/>
      <dgm:spPr/>
    </dgm:pt>
    <dgm:pt modelId="{98CF693E-2200-47F3-B603-113E551E95E7}" type="pres">
      <dgm:prSet presAssocID="{8153E89D-39BF-45EE-9943-BD16BD4D7A1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6F60A18-BC63-45EA-A605-9CF19DA09EAF}" srcId="{407FBD6A-FE5C-409A-ACB8-802690E09FDF}" destId="{CD16A937-4129-4352-BF75-909AA90447AB}" srcOrd="1" destOrd="0" parTransId="{3E995AF5-FE39-48DA-A399-E5518FD336D1}" sibTransId="{9B0A7CE7-FDEA-420C-AEC9-8CC8C1EB9945}"/>
    <dgm:cxn modelId="{2B8F8C1B-2609-4396-A6D2-CCEA96270349}" type="presOf" srcId="{407FBD6A-FE5C-409A-ACB8-802690E09FDF}" destId="{F40D8A58-9460-403F-B489-5808FA0ACC0D}" srcOrd="0" destOrd="0" presId="urn:microsoft.com/office/officeart/2018/2/layout/IconLabelList"/>
    <dgm:cxn modelId="{7E8D363F-4FE2-49F5-96D8-B214873AECC7}" srcId="{407FBD6A-FE5C-409A-ACB8-802690E09FDF}" destId="{8153E89D-39BF-45EE-9943-BD16BD4D7A1F}" srcOrd="2" destOrd="0" parTransId="{05861FC8-475A-4F6B-824F-287A8FB69AE9}" sibTransId="{78478C53-2CD0-4F8D-9D15-E32F38961ABE}"/>
    <dgm:cxn modelId="{81974145-B4A4-41E6-B47D-68D3017E59D1}" srcId="{407FBD6A-FE5C-409A-ACB8-802690E09FDF}" destId="{AA5D66B1-AC7B-4A51-A29D-DEEE8289FD5F}" srcOrd="0" destOrd="0" parTransId="{2311FA06-84EC-4118-81B5-BE24A0C1B3C0}" sibTransId="{8A892026-382B-4D16-B2A4-5CD7D486365C}"/>
    <dgm:cxn modelId="{90105B73-173E-4206-B4D6-01019A94C49E}" type="presOf" srcId="{AA5D66B1-AC7B-4A51-A29D-DEEE8289FD5F}" destId="{396BAD7E-275B-42F6-975E-641072DDF02B}" srcOrd="0" destOrd="0" presId="urn:microsoft.com/office/officeart/2018/2/layout/IconLabelList"/>
    <dgm:cxn modelId="{EDD1D7E3-D898-4111-AA43-BD1CD62C51DF}" type="presOf" srcId="{CD16A937-4129-4352-BF75-909AA90447AB}" destId="{A86EA6A0-9490-449D-900D-4FB93F60A2AE}" srcOrd="0" destOrd="0" presId="urn:microsoft.com/office/officeart/2018/2/layout/IconLabelList"/>
    <dgm:cxn modelId="{34D2EBF5-144B-4D9E-B56B-0999F2051055}" type="presOf" srcId="{8153E89D-39BF-45EE-9943-BD16BD4D7A1F}" destId="{98CF693E-2200-47F3-B603-113E551E95E7}" srcOrd="0" destOrd="0" presId="urn:microsoft.com/office/officeart/2018/2/layout/IconLabelList"/>
    <dgm:cxn modelId="{DA64F251-28FC-44C9-80CB-B90E35F54540}" type="presParOf" srcId="{F40D8A58-9460-403F-B489-5808FA0ACC0D}" destId="{B29B2299-A353-416C-AA17-ED08BA1D5947}" srcOrd="0" destOrd="0" presId="urn:microsoft.com/office/officeart/2018/2/layout/IconLabelList"/>
    <dgm:cxn modelId="{1BC1D94B-389D-4924-BBA0-85AFD5B847C1}" type="presParOf" srcId="{B29B2299-A353-416C-AA17-ED08BA1D5947}" destId="{D44C061C-EC76-44D3-812D-C7EB8B39B5EB}" srcOrd="0" destOrd="0" presId="urn:microsoft.com/office/officeart/2018/2/layout/IconLabelList"/>
    <dgm:cxn modelId="{A1D29E97-6041-4502-B8CD-8877BCA1A118}" type="presParOf" srcId="{B29B2299-A353-416C-AA17-ED08BA1D5947}" destId="{505A2B79-CA3A-45B5-AB4D-7F67A02BB0E8}" srcOrd="1" destOrd="0" presId="urn:microsoft.com/office/officeart/2018/2/layout/IconLabelList"/>
    <dgm:cxn modelId="{DD1E4C5B-97E2-4D45-A9E4-AA841B6D5E84}" type="presParOf" srcId="{B29B2299-A353-416C-AA17-ED08BA1D5947}" destId="{396BAD7E-275B-42F6-975E-641072DDF02B}" srcOrd="2" destOrd="0" presId="urn:microsoft.com/office/officeart/2018/2/layout/IconLabelList"/>
    <dgm:cxn modelId="{AED4DFE6-71C7-456A-A9B9-200324CC2E18}" type="presParOf" srcId="{F40D8A58-9460-403F-B489-5808FA0ACC0D}" destId="{141B96EA-B254-4E74-8F98-2326C1E48FED}" srcOrd="1" destOrd="0" presId="urn:microsoft.com/office/officeart/2018/2/layout/IconLabelList"/>
    <dgm:cxn modelId="{B44C4722-6713-4E04-9E5E-205E2ED4312B}" type="presParOf" srcId="{F40D8A58-9460-403F-B489-5808FA0ACC0D}" destId="{A3C35198-E9CE-4AC9-93F1-8800FD05A0D7}" srcOrd="2" destOrd="0" presId="urn:microsoft.com/office/officeart/2018/2/layout/IconLabelList"/>
    <dgm:cxn modelId="{2B847AD2-1C30-44AD-82D7-87C55CB26256}" type="presParOf" srcId="{A3C35198-E9CE-4AC9-93F1-8800FD05A0D7}" destId="{C0B55BE7-0BD9-4360-8E5D-0F0E4FE6380E}" srcOrd="0" destOrd="0" presId="urn:microsoft.com/office/officeart/2018/2/layout/IconLabelList"/>
    <dgm:cxn modelId="{89BDA3C1-FD99-4DFE-BBBD-CAEB531F6A75}" type="presParOf" srcId="{A3C35198-E9CE-4AC9-93F1-8800FD05A0D7}" destId="{F089C6BC-9493-4E0A-B880-78A8A343157A}" srcOrd="1" destOrd="0" presId="urn:microsoft.com/office/officeart/2018/2/layout/IconLabelList"/>
    <dgm:cxn modelId="{67608975-81E1-48F0-9499-6E9106096FF9}" type="presParOf" srcId="{A3C35198-E9CE-4AC9-93F1-8800FD05A0D7}" destId="{A86EA6A0-9490-449D-900D-4FB93F60A2AE}" srcOrd="2" destOrd="0" presId="urn:microsoft.com/office/officeart/2018/2/layout/IconLabelList"/>
    <dgm:cxn modelId="{0E46D129-7298-4782-BB6D-8F36C6FD7A67}" type="presParOf" srcId="{F40D8A58-9460-403F-B489-5808FA0ACC0D}" destId="{5FA2F14B-1950-4E61-9F4E-8CA057BD5E55}" srcOrd="3" destOrd="0" presId="urn:microsoft.com/office/officeart/2018/2/layout/IconLabelList"/>
    <dgm:cxn modelId="{BD0A49B3-4D5E-4CC1-8FCA-1AC499F5A24D}" type="presParOf" srcId="{F40D8A58-9460-403F-B489-5808FA0ACC0D}" destId="{6AFD9741-665E-4E74-A801-73AB5D276DCE}" srcOrd="4" destOrd="0" presId="urn:microsoft.com/office/officeart/2018/2/layout/IconLabelList"/>
    <dgm:cxn modelId="{3720E350-CEA4-4467-AB37-C2B0C84616A8}" type="presParOf" srcId="{6AFD9741-665E-4E74-A801-73AB5D276DCE}" destId="{4C5A2047-11D3-434F-9BCB-B24B0E3CF878}" srcOrd="0" destOrd="0" presId="urn:microsoft.com/office/officeart/2018/2/layout/IconLabelList"/>
    <dgm:cxn modelId="{31E1E9B5-EDA8-4AE3-A0F5-F9784E89C118}" type="presParOf" srcId="{6AFD9741-665E-4E74-A801-73AB5D276DCE}" destId="{8BB7D4E5-8704-4569-9577-3A37CCEB4D90}" srcOrd="1" destOrd="0" presId="urn:microsoft.com/office/officeart/2018/2/layout/IconLabelList"/>
    <dgm:cxn modelId="{427B36E8-DA3D-412D-9BB8-F11C760BC51F}" type="presParOf" srcId="{6AFD9741-665E-4E74-A801-73AB5D276DCE}" destId="{98CF693E-2200-47F3-B603-113E551E95E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4EDB8F1-8F45-4884-BCB2-D9B1E4C715AC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D5F6BD1B-3A89-47C3-8280-BC1215BCD137}">
      <dgm:prSet/>
      <dgm:spPr/>
      <dgm:t>
        <a:bodyPr/>
        <a:lstStyle/>
        <a:p>
          <a:r>
            <a:rPr lang="en-US"/>
            <a:t>Horizontal scalability.</a:t>
          </a:r>
        </a:p>
      </dgm:t>
    </dgm:pt>
    <dgm:pt modelId="{27E8A86E-875E-42FC-AD4E-2AA777FBF5EC}" type="parTrans" cxnId="{B89FA062-B887-4D6B-BC3C-8F61B7224983}">
      <dgm:prSet/>
      <dgm:spPr/>
      <dgm:t>
        <a:bodyPr/>
        <a:lstStyle/>
        <a:p>
          <a:endParaRPr lang="en-US"/>
        </a:p>
      </dgm:t>
    </dgm:pt>
    <dgm:pt modelId="{DBA0D0DA-D3D3-40EE-815A-485CA3E8F83D}" type="sibTrans" cxnId="{B89FA062-B887-4D6B-BC3C-8F61B7224983}">
      <dgm:prSet/>
      <dgm:spPr/>
      <dgm:t>
        <a:bodyPr/>
        <a:lstStyle/>
        <a:p>
          <a:endParaRPr lang="en-US"/>
        </a:p>
      </dgm:t>
    </dgm:pt>
    <dgm:pt modelId="{318B365F-E28C-4726-AFCD-8BB90D1E70E3}">
      <dgm:prSet/>
      <dgm:spPr/>
      <dgm:t>
        <a:bodyPr/>
        <a:lstStyle/>
        <a:p>
          <a:r>
            <a:rPr lang="en-US"/>
            <a:t>Strong consistency via consensus.</a:t>
          </a:r>
        </a:p>
      </dgm:t>
    </dgm:pt>
    <dgm:pt modelId="{36B43CB7-92C4-4729-9028-EECB6E1F5991}" type="parTrans" cxnId="{7FE0B36B-CAB5-495F-82C6-23D6BA543E3E}">
      <dgm:prSet/>
      <dgm:spPr/>
      <dgm:t>
        <a:bodyPr/>
        <a:lstStyle/>
        <a:p>
          <a:endParaRPr lang="en-US"/>
        </a:p>
      </dgm:t>
    </dgm:pt>
    <dgm:pt modelId="{0CD3F86C-0B23-4CCC-B908-0DECE865DF45}" type="sibTrans" cxnId="{7FE0B36B-CAB5-495F-82C6-23D6BA543E3E}">
      <dgm:prSet/>
      <dgm:spPr/>
      <dgm:t>
        <a:bodyPr/>
        <a:lstStyle/>
        <a:p>
          <a:endParaRPr lang="en-US"/>
        </a:p>
      </dgm:t>
    </dgm:pt>
    <dgm:pt modelId="{DA823C30-43CF-424E-80D8-72AE28ED3BD7}">
      <dgm:prSet/>
      <dgm:spPr/>
      <dgm:t>
        <a:bodyPr/>
        <a:lstStyle/>
        <a:p>
          <a:r>
            <a:rPr lang="en-US"/>
            <a:t>Geo-distribution.</a:t>
          </a:r>
        </a:p>
      </dgm:t>
    </dgm:pt>
    <dgm:pt modelId="{9222B554-4F3D-45DA-85A3-07459B8F1C61}" type="parTrans" cxnId="{0CFA9052-ED71-4763-A8EA-8133D65EBFB3}">
      <dgm:prSet/>
      <dgm:spPr/>
      <dgm:t>
        <a:bodyPr/>
        <a:lstStyle/>
        <a:p>
          <a:endParaRPr lang="en-US"/>
        </a:p>
      </dgm:t>
    </dgm:pt>
    <dgm:pt modelId="{3A0F86A9-AD79-4F04-9E86-82B05273D312}" type="sibTrans" cxnId="{0CFA9052-ED71-4763-A8EA-8133D65EBFB3}">
      <dgm:prSet/>
      <dgm:spPr/>
      <dgm:t>
        <a:bodyPr/>
        <a:lstStyle/>
        <a:p>
          <a:endParaRPr lang="en-US"/>
        </a:p>
      </dgm:t>
    </dgm:pt>
    <dgm:pt modelId="{AA82A30B-3C6D-408E-A590-AF101A6C9C69}">
      <dgm:prSet/>
      <dgm:spPr/>
      <dgm:t>
        <a:bodyPr/>
        <a:lstStyle/>
        <a:p>
          <a:r>
            <a:rPr lang="en-US"/>
            <a:t>Fault tolerance &amp; high availability.</a:t>
          </a:r>
        </a:p>
      </dgm:t>
    </dgm:pt>
    <dgm:pt modelId="{949EFBFB-3F68-4299-87D8-3724BF6BFD18}" type="parTrans" cxnId="{CF6D53ED-18C7-4434-986B-EB23279E0FB3}">
      <dgm:prSet/>
      <dgm:spPr/>
      <dgm:t>
        <a:bodyPr/>
        <a:lstStyle/>
        <a:p>
          <a:endParaRPr lang="en-US"/>
        </a:p>
      </dgm:t>
    </dgm:pt>
    <dgm:pt modelId="{60EEB377-818A-43CA-BC89-A3900DE50818}" type="sibTrans" cxnId="{CF6D53ED-18C7-4434-986B-EB23279E0FB3}">
      <dgm:prSet/>
      <dgm:spPr/>
      <dgm:t>
        <a:bodyPr/>
        <a:lstStyle/>
        <a:p>
          <a:endParaRPr lang="en-US"/>
        </a:p>
      </dgm:t>
    </dgm:pt>
    <dgm:pt modelId="{041A0358-C076-4B66-8721-FF089AA9AC5E}" type="pres">
      <dgm:prSet presAssocID="{84EDB8F1-8F45-4884-BCB2-D9B1E4C715AC}" presName="linear" presStyleCnt="0">
        <dgm:presLayoutVars>
          <dgm:dir/>
          <dgm:animLvl val="lvl"/>
          <dgm:resizeHandles val="exact"/>
        </dgm:presLayoutVars>
      </dgm:prSet>
      <dgm:spPr/>
    </dgm:pt>
    <dgm:pt modelId="{36BBEBF6-EE5D-46FA-9CBD-03225C7501DA}" type="pres">
      <dgm:prSet presAssocID="{D5F6BD1B-3A89-47C3-8280-BC1215BCD137}" presName="parentLin" presStyleCnt="0"/>
      <dgm:spPr/>
    </dgm:pt>
    <dgm:pt modelId="{1BCA418D-3CC6-49A6-A78A-62D5BF0D39AB}" type="pres">
      <dgm:prSet presAssocID="{D5F6BD1B-3A89-47C3-8280-BC1215BCD137}" presName="parentLeftMargin" presStyleLbl="node1" presStyleIdx="0" presStyleCnt="4"/>
      <dgm:spPr/>
    </dgm:pt>
    <dgm:pt modelId="{F728BE30-6062-4A04-9823-E6104B3E4AD4}" type="pres">
      <dgm:prSet presAssocID="{D5F6BD1B-3A89-47C3-8280-BC1215BCD13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BE42962-79B7-4786-96B9-D7F4A4FCD82D}" type="pres">
      <dgm:prSet presAssocID="{D5F6BD1B-3A89-47C3-8280-BC1215BCD137}" presName="negativeSpace" presStyleCnt="0"/>
      <dgm:spPr/>
    </dgm:pt>
    <dgm:pt modelId="{5685D4CA-2165-4E8E-B83C-BA6A75B44764}" type="pres">
      <dgm:prSet presAssocID="{D5F6BD1B-3A89-47C3-8280-BC1215BCD137}" presName="childText" presStyleLbl="conFgAcc1" presStyleIdx="0" presStyleCnt="4">
        <dgm:presLayoutVars>
          <dgm:bulletEnabled val="1"/>
        </dgm:presLayoutVars>
      </dgm:prSet>
      <dgm:spPr/>
    </dgm:pt>
    <dgm:pt modelId="{AF4BA4A0-F670-400B-BF06-F1CB3098A13B}" type="pres">
      <dgm:prSet presAssocID="{DBA0D0DA-D3D3-40EE-815A-485CA3E8F83D}" presName="spaceBetweenRectangles" presStyleCnt="0"/>
      <dgm:spPr/>
    </dgm:pt>
    <dgm:pt modelId="{028AAD0A-2FD1-4FAF-9F87-C2EA3771982E}" type="pres">
      <dgm:prSet presAssocID="{318B365F-E28C-4726-AFCD-8BB90D1E70E3}" presName="parentLin" presStyleCnt="0"/>
      <dgm:spPr/>
    </dgm:pt>
    <dgm:pt modelId="{E19A8E4C-C8A7-46B5-A936-FD9A9BA9F009}" type="pres">
      <dgm:prSet presAssocID="{318B365F-E28C-4726-AFCD-8BB90D1E70E3}" presName="parentLeftMargin" presStyleLbl="node1" presStyleIdx="0" presStyleCnt="4"/>
      <dgm:spPr/>
    </dgm:pt>
    <dgm:pt modelId="{5F181CA5-835D-4034-9CA5-995496B46A42}" type="pres">
      <dgm:prSet presAssocID="{318B365F-E28C-4726-AFCD-8BB90D1E70E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D233766-B004-42F1-AD51-D5C91C97C3BC}" type="pres">
      <dgm:prSet presAssocID="{318B365F-E28C-4726-AFCD-8BB90D1E70E3}" presName="negativeSpace" presStyleCnt="0"/>
      <dgm:spPr/>
    </dgm:pt>
    <dgm:pt modelId="{AE7F77C1-271A-4A34-BFEE-C5DB9DDA0A9D}" type="pres">
      <dgm:prSet presAssocID="{318B365F-E28C-4726-AFCD-8BB90D1E70E3}" presName="childText" presStyleLbl="conFgAcc1" presStyleIdx="1" presStyleCnt="4">
        <dgm:presLayoutVars>
          <dgm:bulletEnabled val="1"/>
        </dgm:presLayoutVars>
      </dgm:prSet>
      <dgm:spPr/>
    </dgm:pt>
    <dgm:pt modelId="{3A2F4C47-BBC4-49A7-93BF-A93F8DF77418}" type="pres">
      <dgm:prSet presAssocID="{0CD3F86C-0B23-4CCC-B908-0DECE865DF45}" presName="spaceBetweenRectangles" presStyleCnt="0"/>
      <dgm:spPr/>
    </dgm:pt>
    <dgm:pt modelId="{D3454AFA-D75B-4E3E-A528-87E2E23DF88A}" type="pres">
      <dgm:prSet presAssocID="{DA823C30-43CF-424E-80D8-72AE28ED3BD7}" presName="parentLin" presStyleCnt="0"/>
      <dgm:spPr/>
    </dgm:pt>
    <dgm:pt modelId="{6CE0C6D6-7A03-444C-BD97-206459675EAD}" type="pres">
      <dgm:prSet presAssocID="{DA823C30-43CF-424E-80D8-72AE28ED3BD7}" presName="parentLeftMargin" presStyleLbl="node1" presStyleIdx="1" presStyleCnt="4"/>
      <dgm:spPr/>
    </dgm:pt>
    <dgm:pt modelId="{ACE241AB-7B9C-4CBB-9234-13A41EB15A36}" type="pres">
      <dgm:prSet presAssocID="{DA823C30-43CF-424E-80D8-72AE28ED3BD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81C9358-4141-44E6-8729-5F15C85A9FB0}" type="pres">
      <dgm:prSet presAssocID="{DA823C30-43CF-424E-80D8-72AE28ED3BD7}" presName="negativeSpace" presStyleCnt="0"/>
      <dgm:spPr/>
    </dgm:pt>
    <dgm:pt modelId="{5AF434A6-95E3-40BB-8853-65DE2C7A1069}" type="pres">
      <dgm:prSet presAssocID="{DA823C30-43CF-424E-80D8-72AE28ED3BD7}" presName="childText" presStyleLbl="conFgAcc1" presStyleIdx="2" presStyleCnt="4">
        <dgm:presLayoutVars>
          <dgm:bulletEnabled val="1"/>
        </dgm:presLayoutVars>
      </dgm:prSet>
      <dgm:spPr/>
    </dgm:pt>
    <dgm:pt modelId="{6619EFB4-4F8D-4654-ACBC-0B76AB03FB3F}" type="pres">
      <dgm:prSet presAssocID="{3A0F86A9-AD79-4F04-9E86-82B05273D312}" presName="spaceBetweenRectangles" presStyleCnt="0"/>
      <dgm:spPr/>
    </dgm:pt>
    <dgm:pt modelId="{A3498D53-5ED4-4AB7-B288-705884527F67}" type="pres">
      <dgm:prSet presAssocID="{AA82A30B-3C6D-408E-A590-AF101A6C9C69}" presName="parentLin" presStyleCnt="0"/>
      <dgm:spPr/>
    </dgm:pt>
    <dgm:pt modelId="{7B3BA9E1-04AA-48E3-AAD1-FF7458C6A895}" type="pres">
      <dgm:prSet presAssocID="{AA82A30B-3C6D-408E-A590-AF101A6C9C69}" presName="parentLeftMargin" presStyleLbl="node1" presStyleIdx="2" presStyleCnt="4"/>
      <dgm:spPr/>
    </dgm:pt>
    <dgm:pt modelId="{384E67B8-C62E-4DB0-BCD3-8733D552DFE0}" type="pres">
      <dgm:prSet presAssocID="{AA82A30B-3C6D-408E-A590-AF101A6C9C6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728B8062-5DAD-48AA-8C54-A5EE99579969}" type="pres">
      <dgm:prSet presAssocID="{AA82A30B-3C6D-408E-A590-AF101A6C9C69}" presName="negativeSpace" presStyleCnt="0"/>
      <dgm:spPr/>
    </dgm:pt>
    <dgm:pt modelId="{FC38C1E0-A5A1-4484-B6C3-63280695754F}" type="pres">
      <dgm:prSet presAssocID="{AA82A30B-3C6D-408E-A590-AF101A6C9C6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ED550222-F681-4789-908D-618BEF8ED668}" type="presOf" srcId="{AA82A30B-3C6D-408E-A590-AF101A6C9C69}" destId="{384E67B8-C62E-4DB0-BCD3-8733D552DFE0}" srcOrd="1" destOrd="0" presId="urn:microsoft.com/office/officeart/2005/8/layout/list1"/>
    <dgm:cxn modelId="{B89FA062-B887-4D6B-BC3C-8F61B7224983}" srcId="{84EDB8F1-8F45-4884-BCB2-D9B1E4C715AC}" destId="{D5F6BD1B-3A89-47C3-8280-BC1215BCD137}" srcOrd="0" destOrd="0" parTransId="{27E8A86E-875E-42FC-AD4E-2AA777FBF5EC}" sibTransId="{DBA0D0DA-D3D3-40EE-815A-485CA3E8F83D}"/>
    <dgm:cxn modelId="{F10F8363-3F82-48FF-B435-A338AD0987BA}" type="presOf" srcId="{84EDB8F1-8F45-4884-BCB2-D9B1E4C715AC}" destId="{041A0358-C076-4B66-8721-FF089AA9AC5E}" srcOrd="0" destOrd="0" presId="urn:microsoft.com/office/officeart/2005/8/layout/list1"/>
    <dgm:cxn modelId="{7FE0B36B-CAB5-495F-82C6-23D6BA543E3E}" srcId="{84EDB8F1-8F45-4884-BCB2-D9B1E4C715AC}" destId="{318B365F-E28C-4726-AFCD-8BB90D1E70E3}" srcOrd="1" destOrd="0" parTransId="{36B43CB7-92C4-4729-9028-EECB6E1F5991}" sibTransId="{0CD3F86C-0B23-4CCC-B908-0DECE865DF45}"/>
    <dgm:cxn modelId="{02F52751-9E0C-40E5-B0AC-49FDC2C21F07}" type="presOf" srcId="{DA823C30-43CF-424E-80D8-72AE28ED3BD7}" destId="{ACE241AB-7B9C-4CBB-9234-13A41EB15A36}" srcOrd="1" destOrd="0" presId="urn:microsoft.com/office/officeart/2005/8/layout/list1"/>
    <dgm:cxn modelId="{0CFA9052-ED71-4763-A8EA-8133D65EBFB3}" srcId="{84EDB8F1-8F45-4884-BCB2-D9B1E4C715AC}" destId="{DA823C30-43CF-424E-80D8-72AE28ED3BD7}" srcOrd="2" destOrd="0" parTransId="{9222B554-4F3D-45DA-85A3-07459B8F1C61}" sibTransId="{3A0F86A9-AD79-4F04-9E86-82B05273D312}"/>
    <dgm:cxn modelId="{302D5275-205D-4782-94E9-BD5F6FBAF15F}" type="presOf" srcId="{D5F6BD1B-3A89-47C3-8280-BC1215BCD137}" destId="{F728BE30-6062-4A04-9823-E6104B3E4AD4}" srcOrd="1" destOrd="0" presId="urn:microsoft.com/office/officeart/2005/8/layout/list1"/>
    <dgm:cxn modelId="{3605F8B4-FCCD-400E-8FAD-5A3EBF71CDAC}" type="presOf" srcId="{318B365F-E28C-4726-AFCD-8BB90D1E70E3}" destId="{5F181CA5-835D-4034-9CA5-995496B46A42}" srcOrd="1" destOrd="0" presId="urn:microsoft.com/office/officeart/2005/8/layout/list1"/>
    <dgm:cxn modelId="{F60923B6-2243-4694-B9A3-BD22B0699D03}" type="presOf" srcId="{318B365F-E28C-4726-AFCD-8BB90D1E70E3}" destId="{E19A8E4C-C8A7-46B5-A936-FD9A9BA9F009}" srcOrd="0" destOrd="0" presId="urn:microsoft.com/office/officeart/2005/8/layout/list1"/>
    <dgm:cxn modelId="{CD95B6E1-2E5D-4FE9-BDAF-9DD3F22BD907}" type="presOf" srcId="{D5F6BD1B-3A89-47C3-8280-BC1215BCD137}" destId="{1BCA418D-3CC6-49A6-A78A-62D5BF0D39AB}" srcOrd="0" destOrd="0" presId="urn:microsoft.com/office/officeart/2005/8/layout/list1"/>
    <dgm:cxn modelId="{CF6D53ED-18C7-4434-986B-EB23279E0FB3}" srcId="{84EDB8F1-8F45-4884-BCB2-D9B1E4C715AC}" destId="{AA82A30B-3C6D-408E-A590-AF101A6C9C69}" srcOrd="3" destOrd="0" parTransId="{949EFBFB-3F68-4299-87D8-3724BF6BFD18}" sibTransId="{60EEB377-818A-43CA-BC89-A3900DE50818}"/>
    <dgm:cxn modelId="{42A63DF0-8F46-4672-8EBC-887D641D9266}" type="presOf" srcId="{AA82A30B-3C6D-408E-A590-AF101A6C9C69}" destId="{7B3BA9E1-04AA-48E3-AAD1-FF7458C6A895}" srcOrd="0" destOrd="0" presId="urn:microsoft.com/office/officeart/2005/8/layout/list1"/>
    <dgm:cxn modelId="{A2C8DDF2-17FC-4877-BC20-65DAC7E71F68}" type="presOf" srcId="{DA823C30-43CF-424E-80D8-72AE28ED3BD7}" destId="{6CE0C6D6-7A03-444C-BD97-206459675EAD}" srcOrd="0" destOrd="0" presId="urn:microsoft.com/office/officeart/2005/8/layout/list1"/>
    <dgm:cxn modelId="{F41503D4-148C-4CF7-AA59-D84A1C9B39E9}" type="presParOf" srcId="{041A0358-C076-4B66-8721-FF089AA9AC5E}" destId="{36BBEBF6-EE5D-46FA-9CBD-03225C7501DA}" srcOrd="0" destOrd="0" presId="urn:microsoft.com/office/officeart/2005/8/layout/list1"/>
    <dgm:cxn modelId="{370576CF-0DA8-4F17-A0C7-F0C65A33C8E4}" type="presParOf" srcId="{36BBEBF6-EE5D-46FA-9CBD-03225C7501DA}" destId="{1BCA418D-3CC6-49A6-A78A-62D5BF0D39AB}" srcOrd="0" destOrd="0" presId="urn:microsoft.com/office/officeart/2005/8/layout/list1"/>
    <dgm:cxn modelId="{3978987F-10D1-4798-AE75-21BDE40C8456}" type="presParOf" srcId="{36BBEBF6-EE5D-46FA-9CBD-03225C7501DA}" destId="{F728BE30-6062-4A04-9823-E6104B3E4AD4}" srcOrd="1" destOrd="0" presId="urn:microsoft.com/office/officeart/2005/8/layout/list1"/>
    <dgm:cxn modelId="{479337AB-1240-4F7B-B85E-4DA7D4B37C8C}" type="presParOf" srcId="{041A0358-C076-4B66-8721-FF089AA9AC5E}" destId="{EBE42962-79B7-4786-96B9-D7F4A4FCD82D}" srcOrd="1" destOrd="0" presId="urn:microsoft.com/office/officeart/2005/8/layout/list1"/>
    <dgm:cxn modelId="{168C03D9-ECCF-4F8A-A2FB-3199DA0D61BE}" type="presParOf" srcId="{041A0358-C076-4B66-8721-FF089AA9AC5E}" destId="{5685D4CA-2165-4E8E-B83C-BA6A75B44764}" srcOrd="2" destOrd="0" presId="urn:microsoft.com/office/officeart/2005/8/layout/list1"/>
    <dgm:cxn modelId="{E76A9F29-8E77-44E6-8EBF-2853AB79F723}" type="presParOf" srcId="{041A0358-C076-4B66-8721-FF089AA9AC5E}" destId="{AF4BA4A0-F670-400B-BF06-F1CB3098A13B}" srcOrd="3" destOrd="0" presId="urn:microsoft.com/office/officeart/2005/8/layout/list1"/>
    <dgm:cxn modelId="{FF03EC1E-9A08-448D-BD0A-B9D2CEEFEE3E}" type="presParOf" srcId="{041A0358-C076-4B66-8721-FF089AA9AC5E}" destId="{028AAD0A-2FD1-4FAF-9F87-C2EA3771982E}" srcOrd="4" destOrd="0" presId="urn:microsoft.com/office/officeart/2005/8/layout/list1"/>
    <dgm:cxn modelId="{8ECBEEF4-306A-423F-9368-9F8ABD858BE4}" type="presParOf" srcId="{028AAD0A-2FD1-4FAF-9F87-C2EA3771982E}" destId="{E19A8E4C-C8A7-46B5-A936-FD9A9BA9F009}" srcOrd="0" destOrd="0" presId="urn:microsoft.com/office/officeart/2005/8/layout/list1"/>
    <dgm:cxn modelId="{1A1BA036-B3C6-489E-9CBB-C8304DB6522B}" type="presParOf" srcId="{028AAD0A-2FD1-4FAF-9F87-C2EA3771982E}" destId="{5F181CA5-835D-4034-9CA5-995496B46A42}" srcOrd="1" destOrd="0" presId="urn:microsoft.com/office/officeart/2005/8/layout/list1"/>
    <dgm:cxn modelId="{EBC858C9-77BC-48B0-9E72-3A518C930577}" type="presParOf" srcId="{041A0358-C076-4B66-8721-FF089AA9AC5E}" destId="{8D233766-B004-42F1-AD51-D5C91C97C3BC}" srcOrd="5" destOrd="0" presId="urn:microsoft.com/office/officeart/2005/8/layout/list1"/>
    <dgm:cxn modelId="{BC00BAD2-A760-4E31-BFAA-DB43CD2E6495}" type="presParOf" srcId="{041A0358-C076-4B66-8721-FF089AA9AC5E}" destId="{AE7F77C1-271A-4A34-BFEE-C5DB9DDA0A9D}" srcOrd="6" destOrd="0" presId="urn:microsoft.com/office/officeart/2005/8/layout/list1"/>
    <dgm:cxn modelId="{3B015328-11C9-4B3C-AE8C-D86C13098C92}" type="presParOf" srcId="{041A0358-C076-4B66-8721-FF089AA9AC5E}" destId="{3A2F4C47-BBC4-49A7-93BF-A93F8DF77418}" srcOrd="7" destOrd="0" presId="urn:microsoft.com/office/officeart/2005/8/layout/list1"/>
    <dgm:cxn modelId="{CBBE1FBF-30D6-4409-A830-3C5AC4CFCB3B}" type="presParOf" srcId="{041A0358-C076-4B66-8721-FF089AA9AC5E}" destId="{D3454AFA-D75B-4E3E-A528-87E2E23DF88A}" srcOrd="8" destOrd="0" presId="urn:microsoft.com/office/officeart/2005/8/layout/list1"/>
    <dgm:cxn modelId="{AE3DA86E-1833-4C24-ADF6-4D7BDB16E2AA}" type="presParOf" srcId="{D3454AFA-D75B-4E3E-A528-87E2E23DF88A}" destId="{6CE0C6D6-7A03-444C-BD97-206459675EAD}" srcOrd="0" destOrd="0" presId="urn:microsoft.com/office/officeart/2005/8/layout/list1"/>
    <dgm:cxn modelId="{5E1BFF06-37D3-4383-B69F-0144C8B58BC5}" type="presParOf" srcId="{D3454AFA-D75B-4E3E-A528-87E2E23DF88A}" destId="{ACE241AB-7B9C-4CBB-9234-13A41EB15A36}" srcOrd="1" destOrd="0" presId="urn:microsoft.com/office/officeart/2005/8/layout/list1"/>
    <dgm:cxn modelId="{4DCB8656-2A8B-4DE1-A843-5A84EA5449BD}" type="presParOf" srcId="{041A0358-C076-4B66-8721-FF089AA9AC5E}" destId="{C81C9358-4141-44E6-8729-5F15C85A9FB0}" srcOrd="9" destOrd="0" presId="urn:microsoft.com/office/officeart/2005/8/layout/list1"/>
    <dgm:cxn modelId="{FD0703B3-2F8E-4E4F-82C4-F01B090A580D}" type="presParOf" srcId="{041A0358-C076-4B66-8721-FF089AA9AC5E}" destId="{5AF434A6-95E3-40BB-8853-65DE2C7A1069}" srcOrd="10" destOrd="0" presId="urn:microsoft.com/office/officeart/2005/8/layout/list1"/>
    <dgm:cxn modelId="{9A045682-DFEC-4D7A-BE39-DCD6444DBA20}" type="presParOf" srcId="{041A0358-C076-4B66-8721-FF089AA9AC5E}" destId="{6619EFB4-4F8D-4654-ACBC-0B76AB03FB3F}" srcOrd="11" destOrd="0" presId="urn:microsoft.com/office/officeart/2005/8/layout/list1"/>
    <dgm:cxn modelId="{534B9211-C029-4338-B4FF-18D7C64DFDC9}" type="presParOf" srcId="{041A0358-C076-4B66-8721-FF089AA9AC5E}" destId="{A3498D53-5ED4-4AB7-B288-705884527F67}" srcOrd="12" destOrd="0" presId="urn:microsoft.com/office/officeart/2005/8/layout/list1"/>
    <dgm:cxn modelId="{35C66538-3A4A-4CBF-A443-170BE1E34681}" type="presParOf" srcId="{A3498D53-5ED4-4AB7-B288-705884527F67}" destId="{7B3BA9E1-04AA-48E3-AAD1-FF7458C6A895}" srcOrd="0" destOrd="0" presId="urn:microsoft.com/office/officeart/2005/8/layout/list1"/>
    <dgm:cxn modelId="{9DB05468-15DE-471C-9E74-A69E93210901}" type="presParOf" srcId="{A3498D53-5ED4-4AB7-B288-705884527F67}" destId="{384E67B8-C62E-4DB0-BCD3-8733D552DFE0}" srcOrd="1" destOrd="0" presId="urn:microsoft.com/office/officeart/2005/8/layout/list1"/>
    <dgm:cxn modelId="{796EDC86-A89C-4250-9EA7-A773336070D1}" type="presParOf" srcId="{041A0358-C076-4B66-8721-FF089AA9AC5E}" destId="{728B8062-5DAD-48AA-8C54-A5EE99579969}" srcOrd="13" destOrd="0" presId="urn:microsoft.com/office/officeart/2005/8/layout/list1"/>
    <dgm:cxn modelId="{DAAA1941-90E8-4905-A1EE-62CB60DA673F}" type="presParOf" srcId="{041A0358-C076-4B66-8721-FF089AA9AC5E}" destId="{FC38C1E0-A5A1-4484-B6C3-63280695754F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67A7C03-8BE5-4738-8F10-B87DA29C5538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1B62566-BD92-4F6E-9944-53B32A301AB7}">
      <dgm:prSet/>
      <dgm:spPr/>
      <dgm:t>
        <a:bodyPr/>
        <a:lstStyle/>
        <a:p>
          <a:r>
            <a:rPr lang="en-US" b="1"/>
            <a:t>Use Cases:</a:t>
          </a:r>
          <a:r>
            <a:rPr lang="en-US"/>
            <a:t> </a:t>
          </a:r>
        </a:p>
      </dgm:t>
    </dgm:pt>
    <dgm:pt modelId="{5748D53F-4EE9-4870-AB7F-041C36164C3F}" type="parTrans" cxnId="{B492B67A-E8E1-4D6E-8D42-57A1D58178DC}">
      <dgm:prSet/>
      <dgm:spPr/>
      <dgm:t>
        <a:bodyPr/>
        <a:lstStyle/>
        <a:p>
          <a:endParaRPr lang="en-US"/>
        </a:p>
      </dgm:t>
    </dgm:pt>
    <dgm:pt modelId="{01B6315A-A8A5-46B2-B625-3165A37CA334}" type="sibTrans" cxnId="{B492B67A-E8E1-4D6E-8D42-57A1D58178DC}">
      <dgm:prSet/>
      <dgm:spPr/>
      <dgm:t>
        <a:bodyPr/>
        <a:lstStyle/>
        <a:p>
          <a:endParaRPr lang="en-US"/>
        </a:p>
      </dgm:t>
    </dgm:pt>
    <dgm:pt modelId="{D64AE1F0-2F68-4B5B-862B-BC3D68B19F3F}">
      <dgm:prSet/>
      <dgm:spPr/>
      <dgm:t>
        <a:bodyPr/>
        <a:lstStyle/>
        <a:p>
          <a:r>
            <a:rPr lang="en-US"/>
            <a:t>Global e-commerce.</a:t>
          </a:r>
        </a:p>
      </dgm:t>
    </dgm:pt>
    <dgm:pt modelId="{EF14EAE4-B443-43B4-A2B2-96864CF0335A}" type="parTrans" cxnId="{281C5E73-9EB6-4CED-82ED-D9F27B5DC044}">
      <dgm:prSet/>
      <dgm:spPr/>
      <dgm:t>
        <a:bodyPr/>
        <a:lstStyle/>
        <a:p>
          <a:endParaRPr lang="en-US"/>
        </a:p>
      </dgm:t>
    </dgm:pt>
    <dgm:pt modelId="{57C315C9-9655-40A1-8EBB-F01F4204ACD7}" type="sibTrans" cxnId="{281C5E73-9EB6-4CED-82ED-D9F27B5DC044}">
      <dgm:prSet/>
      <dgm:spPr/>
      <dgm:t>
        <a:bodyPr/>
        <a:lstStyle/>
        <a:p>
          <a:endParaRPr lang="en-US"/>
        </a:p>
      </dgm:t>
    </dgm:pt>
    <dgm:pt modelId="{9E587AA9-5078-4727-942A-60C9AC742D30}">
      <dgm:prSet/>
      <dgm:spPr/>
      <dgm:t>
        <a:bodyPr/>
        <a:lstStyle/>
        <a:p>
          <a:r>
            <a:rPr lang="en-US"/>
            <a:t>Financial systems.</a:t>
          </a:r>
        </a:p>
      </dgm:t>
    </dgm:pt>
    <dgm:pt modelId="{5491DEC4-97D2-41AE-A437-4C664B74F66A}" type="parTrans" cxnId="{8827A01C-EDAE-4D66-98B6-64845011EF6A}">
      <dgm:prSet/>
      <dgm:spPr/>
      <dgm:t>
        <a:bodyPr/>
        <a:lstStyle/>
        <a:p>
          <a:endParaRPr lang="en-US"/>
        </a:p>
      </dgm:t>
    </dgm:pt>
    <dgm:pt modelId="{BF58AF83-69DD-417B-A6FB-913C7BA6087E}" type="sibTrans" cxnId="{8827A01C-EDAE-4D66-98B6-64845011EF6A}">
      <dgm:prSet/>
      <dgm:spPr/>
      <dgm:t>
        <a:bodyPr/>
        <a:lstStyle/>
        <a:p>
          <a:endParaRPr lang="en-US"/>
        </a:p>
      </dgm:t>
    </dgm:pt>
    <dgm:pt modelId="{B0FC1B3B-C704-4380-8862-230634E744D8}">
      <dgm:prSet/>
      <dgm:spPr/>
      <dgm:t>
        <a:bodyPr/>
        <a:lstStyle/>
        <a:p>
          <a:r>
            <a:rPr lang="en-US"/>
            <a:t>SaaS multi-region apps.</a:t>
          </a:r>
        </a:p>
      </dgm:t>
    </dgm:pt>
    <dgm:pt modelId="{1866BE58-AD9E-48A8-AB45-31734D0DC0E0}" type="parTrans" cxnId="{F0015EF9-0BB8-4C23-AD7C-70F2E88712A5}">
      <dgm:prSet/>
      <dgm:spPr/>
      <dgm:t>
        <a:bodyPr/>
        <a:lstStyle/>
        <a:p>
          <a:endParaRPr lang="en-US"/>
        </a:p>
      </dgm:t>
    </dgm:pt>
    <dgm:pt modelId="{4664498D-5FBD-4D7B-BA2A-DC1CAC46EEBC}" type="sibTrans" cxnId="{F0015EF9-0BB8-4C23-AD7C-70F2E88712A5}">
      <dgm:prSet/>
      <dgm:spPr/>
      <dgm:t>
        <a:bodyPr/>
        <a:lstStyle/>
        <a:p>
          <a:endParaRPr lang="en-US"/>
        </a:p>
      </dgm:t>
    </dgm:pt>
    <dgm:pt modelId="{A5642C28-B2C3-48C6-9EA1-32E089C5EE77}">
      <dgm:prSet/>
      <dgm:spPr/>
      <dgm:t>
        <a:bodyPr/>
        <a:lstStyle/>
        <a:p>
          <a:r>
            <a:rPr lang="en-US" b="1"/>
            <a:t>Future Trends:</a:t>
          </a:r>
          <a:r>
            <a:rPr lang="en-US"/>
            <a:t> </a:t>
          </a:r>
        </a:p>
      </dgm:t>
    </dgm:pt>
    <dgm:pt modelId="{B5010A13-3CB4-41FE-8C71-4E2CD503C669}" type="parTrans" cxnId="{03B16CEF-E0B3-453D-87BF-3CC0B9B9C93D}">
      <dgm:prSet/>
      <dgm:spPr/>
      <dgm:t>
        <a:bodyPr/>
        <a:lstStyle/>
        <a:p>
          <a:endParaRPr lang="en-US"/>
        </a:p>
      </dgm:t>
    </dgm:pt>
    <dgm:pt modelId="{EDB1A68B-1DFE-4A38-A4C9-6958E673A264}" type="sibTrans" cxnId="{03B16CEF-E0B3-453D-87BF-3CC0B9B9C93D}">
      <dgm:prSet/>
      <dgm:spPr/>
      <dgm:t>
        <a:bodyPr/>
        <a:lstStyle/>
        <a:p>
          <a:endParaRPr lang="en-US"/>
        </a:p>
      </dgm:t>
    </dgm:pt>
    <dgm:pt modelId="{03DFD987-CAE0-4A99-9B01-1D71B65B858B}">
      <dgm:prSet/>
      <dgm:spPr/>
      <dgm:t>
        <a:bodyPr/>
        <a:lstStyle/>
        <a:p>
          <a:r>
            <a:rPr lang="en-US"/>
            <a:t>HTAP (Hybrid transactional/analytical).</a:t>
          </a:r>
        </a:p>
      </dgm:t>
    </dgm:pt>
    <dgm:pt modelId="{89E94CC0-D8D3-4DA3-BC17-14339CBF6B40}" type="parTrans" cxnId="{6591CCCB-7546-4031-A02B-D0A2226C9DB6}">
      <dgm:prSet/>
      <dgm:spPr/>
      <dgm:t>
        <a:bodyPr/>
        <a:lstStyle/>
        <a:p>
          <a:endParaRPr lang="en-US"/>
        </a:p>
      </dgm:t>
    </dgm:pt>
    <dgm:pt modelId="{5FB1383E-28DD-4402-987C-70621D10851C}" type="sibTrans" cxnId="{6591CCCB-7546-4031-A02B-D0A2226C9DB6}">
      <dgm:prSet/>
      <dgm:spPr/>
      <dgm:t>
        <a:bodyPr/>
        <a:lstStyle/>
        <a:p>
          <a:endParaRPr lang="en-US"/>
        </a:p>
      </dgm:t>
    </dgm:pt>
    <dgm:pt modelId="{DEBE1582-8208-427D-8B36-94F9E134E5FD}">
      <dgm:prSet/>
      <dgm:spPr/>
      <dgm:t>
        <a:bodyPr/>
        <a:lstStyle/>
        <a:p>
          <a:r>
            <a:rPr lang="en-US"/>
            <a:t>AI-driven query optimization.</a:t>
          </a:r>
        </a:p>
      </dgm:t>
    </dgm:pt>
    <dgm:pt modelId="{6ADD3B49-937A-423F-9596-504B6290C59B}" type="parTrans" cxnId="{8ED9BF23-4B6F-48E6-A9B8-E94014D58F21}">
      <dgm:prSet/>
      <dgm:spPr/>
      <dgm:t>
        <a:bodyPr/>
        <a:lstStyle/>
        <a:p>
          <a:endParaRPr lang="en-US"/>
        </a:p>
      </dgm:t>
    </dgm:pt>
    <dgm:pt modelId="{EDCC9D59-84B6-4A6F-AF0D-9AF13B6C7B70}" type="sibTrans" cxnId="{8ED9BF23-4B6F-48E6-A9B8-E94014D58F21}">
      <dgm:prSet/>
      <dgm:spPr/>
      <dgm:t>
        <a:bodyPr/>
        <a:lstStyle/>
        <a:p>
          <a:endParaRPr lang="en-US"/>
        </a:p>
      </dgm:t>
    </dgm:pt>
    <dgm:pt modelId="{86C0502B-AAF7-40F7-9ED1-7DBDC76EC5E6}" type="pres">
      <dgm:prSet presAssocID="{067A7C03-8BE5-4738-8F10-B87DA29C5538}" presName="linear" presStyleCnt="0">
        <dgm:presLayoutVars>
          <dgm:dir/>
          <dgm:animLvl val="lvl"/>
          <dgm:resizeHandles val="exact"/>
        </dgm:presLayoutVars>
      </dgm:prSet>
      <dgm:spPr/>
    </dgm:pt>
    <dgm:pt modelId="{16200577-1F73-45C7-8291-91185EEC55E7}" type="pres">
      <dgm:prSet presAssocID="{F1B62566-BD92-4F6E-9944-53B32A301AB7}" presName="parentLin" presStyleCnt="0"/>
      <dgm:spPr/>
    </dgm:pt>
    <dgm:pt modelId="{455E4476-DC82-4B4B-9BFD-68D0169031E9}" type="pres">
      <dgm:prSet presAssocID="{F1B62566-BD92-4F6E-9944-53B32A301AB7}" presName="parentLeftMargin" presStyleLbl="node1" presStyleIdx="0" presStyleCnt="2"/>
      <dgm:spPr/>
    </dgm:pt>
    <dgm:pt modelId="{A3113DBD-BAD3-4699-A220-57AC756A5077}" type="pres">
      <dgm:prSet presAssocID="{F1B62566-BD92-4F6E-9944-53B32A301AB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B2EAFB2-4F68-4B4E-A7CA-6DA967022D37}" type="pres">
      <dgm:prSet presAssocID="{F1B62566-BD92-4F6E-9944-53B32A301AB7}" presName="negativeSpace" presStyleCnt="0"/>
      <dgm:spPr/>
    </dgm:pt>
    <dgm:pt modelId="{792ECADA-9248-4B32-ABAB-C79F27F4C9B0}" type="pres">
      <dgm:prSet presAssocID="{F1B62566-BD92-4F6E-9944-53B32A301AB7}" presName="childText" presStyleLbl="conFgAcc1" presStyleIdx="0" presStyleCnt="2">
        <dgm:presLayoutVars>
          <dgm:bulletEnabled val="1"/>
        </dgm:presLayoutVars>
      </dgm:prSet>
      <dgm:spPr/>
    </dgm:pt>
    <dgm:pt modelId="{1C5D3536-120C-4AB0-A9E1-796BA386EA68}" type="pres">
      <dgm:prSet presAssocID="{01B6315A-A8A5-46B2-B625-3165A37CA334}" presName="spaceBetweenRectangles" presStyleCnt="0"/>
      <dgm:spPr/>
    </dgm:pt>
    <dgm:pt modelId="{AF7CF84F-EFD9-46D7-8C56-1C9EADCDF5A1}" type="pres">
      <dgm:prSet presAssocID="{A5642C28-B2C3-48C6-9EA1-32E089C5EE77}" presName="parentLin" presStyleCnt="0"/>
      <dgm:spPr/>
    </dgm:pt>
    <dgm:pt modelId="{8A310579-C026-4814-A3F3-A6C90B4FA2A2}" type="pres">
      <dgm:prSet presAssocID="{A5642C28-B2C3-48C6-9EA1-32E089C5EE77}" presName="parentLeftMargin" presStyleLbl="node1" presStyleIdx="0" presStyleCnt="2"/>
      <dgm:spPr/>
    </dgm:pt>
    <dgm:pt modelId="{33499888-3303-46AF-9CA6-8632F361E396}" type="pres">
      <dgm:prSet presAssocID="{A5642C28-B2C3-48C6-9EA1-32E089C5EE7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4CACBA8-48EB-429E-B84C-6A6076E29B72}" type="pres">
      <dgm:prSet presAssocID="{A5642C28-B2C3-48C6-9EA1-32E089C5EE77}" presName="negativeSpace" presStyleCnt="0"/>
      <dgm:spPr/>
    </dgm:pt>
    <dgm:pt modelId="{8F9369A0-48D5-42DF-9FF6-55D909C589AC}" type="pres">
      <dgm:prSet presAssocID="{A5642C28-B2C3-48C6-9EA1-32E089C5EE77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DB87C16-2F61-4A9B-9802-B292EF8DF7E6}" type="presOf" srcId="{B0FC1B3B-C704-4380-8862-230634E744D8}" destId="{792ECADA-9248-4B32-ABAB-C79F27F4C9B0}" srcOrd="0" destOrd="2" presId="urn:microsoft.com/office/officeart/2005/8/layout/list1"/>
    <dgm:cxn modelId="{8827A01C-EDAE-4D66-98B6-64845011EF6A}" srcId="{F1B62566-BD92-4F6E-9944-53B32A301AB7}" destId="{9E587AA9-5078-4727-942A-60C9AC742D30}" srcOrd="1" destOrd="0" parTransId="{5491DEC4-97D2-41AE-A437-4C664B74F66A}" sibTransId="{BF58AF83-69DD-417B-A6FB-913C7BA6087E}"/>
    <dgm:cxn modelId="{4CC2DD1E-DFDE-4715-8514-016424343AB9}" type="presOf" srcId="{D64AE1F0-2F68-4B5B-862B-BC3D68B19F3F}" destId="{792ECADA-9248-4B32-ABAB-C79F27F4C9B0}" srcOrd="0" destOrd="0" presId="urn:microsoft.com/office/officeart/2005/8/layout/list1"/>
    <dgm:cxn modelId="{8ED9BF23-4B6F-48E6-A9B8-E94014D58F21}" srcId="{A5642C28-B2C3-48C6-9EA1-32E089C5EE77}" destId="{DEBE1582-8208-427D-8B36-94F9E134E5FD}" srcOrd="1" destOrd="0" parTransId="{6ADD3B49-937A-423F-9596-504B6290C59B}" sibTransId="{EDCC9D59-84B6-4A6F-AF0D-9AF13B6C7B70}"/>
    <dgm:cxn modelId="{DD062061-5039-4CCF-8762-60995CF75972}" type="presOf" srcId="{9E587AA9-5078-4727-942A-60C9AC742D30}" destId="{792ECADA-9248-4B32-ABAB-C79F27F4C9B0}" srcOrd="0" destOrd="1" presId="urn:microsoft.com/office/officeart/2005/8/layout/list1"/>
    <dgm:cxn modelId="{281C5E73-9EB6-4CED-82ED-D9F27B5DC044}" srcId="{F1B62566-BD92-4F6E-9944-53B32A301AB7}" destId="{D64AE1F0-2F68-4B5B-862B-BC3D68B19F3F}" srcOrd="0" destOrd="0" parTransId="{EF14EAE4-B443-43B4-A2B2-96864CF0335A}" sibTransId="{57C315C9-9655-40A1-8EBB-F01F4204ACD7}"/>
    <dgm:cxn modelId="{46393377-2676-47A0-92D5-9E2B999D0C34}" type="presOf" srcId="{A5642C28-B2C3-48C6-9EA1-32E089C5EE77}" destId="{33499888-3303-46AF-9CA6-8632F361E396}" srcOrd="1" destOrd="0" presId="urn:microsoft.com/office/officeart/2005/8/layout/list1"/>
    <dgm:cxn modelId="{74803D78-88B8-4409-8ACA-8A495ECAB3FA}" type="presOf" srcId="{DEBE1582-8208-427D-8B36-94F9E134E5FD}" destId="{8F9369A0-48D5-42DF-9FF6-55D909C589AC}" srcOrd="0" destOrd="1" presId="urn:microsoft.com/office/officeart/2005/8/layout/list1"/>
    <dgm:cxn modelId="{B492B67A-E8E1-4D6E-8D42-57A1D58178DC}" srcId="{067A7C03-8BE5-4738-8F10-B87DA29C5538}" destId="{F1B62566-BD92-4F6E-9944-53B32A301AB7}" srcOrd="0" destOrd="0" parTransId="{5748D53F-4EE9-4870-AB7F-041C36164C3F}" sibTransId="{01B6315A-A8A5-46B2-B625-3165A37CA334}"/>
    <dgm:cxn modelId="{09B83B84-7FC9-4021-8420-0EAB961AD740}" type="presOf" srcId="{F1B62566-BD92-4F6E-9944-53B32A301AB7}" destId="{455E4476-DC82-4B4B-9BFD-68D0169031E9}" srcOrd="0" destOrd="0" presId="urn:microsoft.com/office/officeart/2005/8/layout/list1"/>
    <dgm:cxn modelId="{AE9A30A2-179E-4E36-AAFF-02FBDFBC6A78}" type="presOf" srcId="{067A7C03-8BE5-4738-8F10-B87DA29C5538}" destId="{86C0502B-AAF7-40F7-9ED1-7DBDC76EC5E6}" srcOrd="0" destOrd="0" presId="urn:microsoft.com/office/officeart/2005/8/layout/list1"/>
    <dgm:cxn modelId="{7AEC14C0-CE1C-4D8A-B712-7D9B27A81B02}" type="presOf" srcId="{03DFD987-CAE0-4A99-9B01-1D71B65B858B}" destId="{8F9369A0-48D5-42DF-9FF6-55D909C589AC}" srcOrd="0" destOrd="0" presId="urn:microsoft.com/office/officeart/2005/8/layout/list1"/>
    <dgm:cxn modelId="{6591CCCB-7546-4031-A02B-D0A2226C9DB6}" srcId="{A5642C28-B2C3-48C6-9EA1-32E089C5EE77}" destId="{03DFD987-CAE0-4A99-9B01-1D71B65B858B}" srcOrd="0" destOrd="0" parTransId="{89E94CC0-D8D3-4DA3-BC17-14339CBF6B40}" sibTransId="{5FB1383E-28DD-4402-987C-70621D10851C}"/>
    <dgm:cxn modelId="{03B16CEF-E0B3-453D-87BF-3CC0B9B9C93D}" srcId="{067A7C03-8BE5-4738-8F10-B87DA29C5538}" destId="{A5642C28-B2C3-48C6-9EA1-32E089C5EE77}" srcOrd="1" destOrd="0" parTransId="{B5010A13-3CB4-41FE-8C71-4E2CD503C669}" sibTransId="{EDB1A68B-1DFE-4A38-A4C9-6958E673A264}"/>
    <dgm:cxn modelId="{5083A5EF-EC04-4D53-ADB0-BF75A2022444}" type="presOf" srcId="{A5642C28-B2C3-48C6-9EA1-32E089C5EE77}" destId="{8A310579-C026-4814-A3F3-A6C90B4FA2A2}" srcOrd="0" destOrd="0" presId="urn:microsoft.com/office/officeart/2005/8/layout/list1"/>
    <dgm:cxn modelId="{F0015EF9-0BB8-4C23-AD7C-70F2E88712A5}" srcId="{F1B62566-BD92-4F6E-9944-53B32A301AB7}" destId="{B0FC1B3B-C704-4380-8862-230634E744D8}" srcOrd="2" destOrd="0" parTransId="{1866BE58-AD9E-48A8-AB45-31734D0DC0E0}" sibTransId="{4664498D-5FBD-4D7B-BA2A-DC1CAC46EEBC}"/>
    <dgm:cxn modelId="{59352AFB-5F0A-47A9-89ED-EE5D1EE66CEA}" type="presOf" srcId="{F1B62566-BD92-4F6E-9944-53B32A301AB7}" destId="{A3113DBD-BAD3-4699-A220-57AC756A5077}" srcOrd="1" destOrd="0" presId="urn:microsoft.com/office/officeart/2005/8/layout/list1"/>
    <dgm:cxn modelId="{50589E5F-299A-46BC-8889-A13C5D1D1244}" type="presParOf" srcId="{86C0502B-AAF7-40F7-9ED1-7DBDC76EC5E6}" destId="{16200577-1F73-45C7-8291-91185EEC55E7}" srcOrd="0" destOrd="0" presId="urn:microsoft.com/office/officeart/2005/8/layout/list1"/>
    <dgm:cxn modelId="{CBDE1646-0AE0-4DB9-B50D-21481CF4C1C4}" type="presParOf" srcId="{16200577-1F73-45C7-8291-91185EEC55E7}" destId="{455E4476-DC82-4B4B-9BFD-68D0169031E9}" srcOrd="0" destOrd="0" presId="urn:microsoft.com/office/officeart/2005/8/layout/list1"/>
    <dgm:cxn modelId="{BAF3B1F4-4D33-4C06-AC1B-B73DD0277BB8}" type="presParOf" srcId="{16200577-1F73-45C7-8291-91185EEC55E7}" destId="{A3113DBD-BAD3-4699-A220-57AC756A5077}" srcOrd="1" destOrd="0" presId="urn:microsoft.com/office/officeart/2005/8/layout/list1"/>
    <dgm:cxn modelId="{4BEAF014-789A-47FD-A05E-73CBE6EA046F}" type="presParOf" srcId="{86C0502B-AAF7-40F7-9ED1-7DBDC76EC5E6}" destId="{AB2EAFB2-4F68-4B4E-A7CA-6DA967022D37}" srcOrd="1" destOrd="0" presId="urn:microsoft.com/office/officeart/2005/8/layout/list1"/>
    <dgm:cxn modelId="{F18DACBF-C5EE-4A70-8596-BB201CBBBAC6}" type="presParOf" srcId="{86C0502B-AAF7-40F7-9ED1-7DBDC76EC5E6}" destId="{792ECADA-9248-4B32-ABAB-C79F27F4C9B0}" srcOrd="2" destOrd="0" presId="urn:microsoft.com/office/officeart/2005/8/layout/list1"/>
    <dgm:cxn modelId="{66AD7AD2-5932-45CA-A792-1D49B04694E0}" type="presParOf" srcId="{86C0502B-AAF7-40F7-9ED1-7DBDC76EC5E6}" destId="{1C5D3536-120C-4AB0-A9E1-796BA386EA68}" srcOrd="3" destOrd="0" presId="urn:microsoft.com/office/officeart/2005/8/layout/list1"/>
    <dgm:cxn modelId="{8CECC683-3516-46AF-839A-1D14B9610AD7}" type="presParOf" srcId="{86C0502B-AAF7-40F7-9ED1-7DBDC76EC5E6}" destId="{AF7CF84F-EFD9-46D7-8C56-1C9EADCDF5A1}" srcOrd="4" destOrd="0" presId="urn:microsoft.com/office/officeart/2005/8/layout/list1"/>
    <dgm:cxn modelId="{4AD7AE0D-4D6E-4674-B650-CD7651FF1113}" type="presParOf" srcId="{AF7CF84F-EFD9-46D7-8C56-1C9EADCDF5A1}" destId="{8A310579-C026-4814-A3F3-A6C90B4FA2A2}" srcOrd="0" destOrd="0" presId="urn:microsoft.com/office/officeart/2005/8/layout/list1"/>
    <dgm:cxn modelId="{D90E7B5C-B01E-4B25-96A7-E5259D9E5564}" type="presParOf" srcId="{AF7CF84F-EFD9-46D7-8C56-1C9EADCDF5A1}" destId="{33499888-3303-46AF-9CA6-8632F361E396}" srcOrd="1" destOrd="0" presId="urn:microsoft.com/office/officeart/2005/8/layout/list1"/>
    <dgm:cxn modelId="{DE781EC0-D1D7-4D98-9798-2A13D1BB6D70}" type="presParOf" srcId="{86C0502B-AAF7-40F7-9ED1-7DBDC76EC5E6}" destId="{54CACBA8-48EB-429E-B84C-6A6076E29B72}" srcOrd="5" destOrd="0" presId="urn:microsoft.com/office/officeart/2005/8/layout/list1"/>
    <dgm:cxn modelId="{D69EA42C-B3D1-44A8-A455-83DBDD00AF17}" type="presParOf" srcId="{86C0502B-AAF7-40F7-9ED1-7DBDC76EC5E6}" destId="{8F9369A0-48D5-42DF-9FF6-55D909C589A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E1F679-DA58-44B7-8359-3121FA17830F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39D085-0FEA-4C89-8516-D9E77B8CA7B8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OLTP systems power transactional workloads.</a:t>
          </a:r>
        </a:p>
      </dsp:txBody>
      <dsp:txXfrm>
        <a:off x="398656" y="1088253"/>
        <a:ext cx="2959127" cy="1837317"/>
      </dsp:txXfrm>
    </dsp:sp>
    <dsp:sp modelId="{57E7B0E6-11CC-49CE-B5E7-AD2D77A23BCA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29902C-4185-40F1-BBFD-7A3FAA05CA36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Traditional RDBMS struggles with scalability &amp; global consistency.</a:t>
          </a:r>
        </a:p>
      </dsp:txBody>
      <dsp:txXfrm>
        <a:off x="4155097" y="1088253"/>
        <a:ext cx="2959127" cy="1837317"/>
      </dsp:txXfrm>
    </dsp:sp>
    <dsp:sp modelId="{8DF9E579-4E11-4528-9770-786DEE90C4D2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19456E-AD88-4B1B-BB91-EBF99F1D088C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Distributed SQL solves these challenges.</a:t>
          </a:r>
        </a:p>
      </dsp:txBody>
      <dsp:txXfrm>
        <a:off x="7911539" y="1088253"/>
        <a:ext cx="2959127" cy="18373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4C061C-EC76-44D3-812D-C7EB8B39B5EB}">
      <dsp:nvSpPr>
        <dsp:cNvPr id="0" name=""/>
        <dsp:cNvSpPr/>
      </dsp:nvSpPr>
      <dsp:spPr>
        <a:xfrm>
          <a:off x="909581" y="488911"/>
          <a:ext cx="1259653" cy="12596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6BAD7E-275B-42F6-975E-641072DDF02B}">
      <dsp:nvSpPr>
        <dsp:cNvPr id="0" name=""/>
        <dsp:cNvSpPr/>
      </dsp:nvSpPr>
      <dsp:spPr>
        <a:xfrm>
          <a:off x="139792" y="2132902"/>
          <a:ext cx="279923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Relational database distributed across nodes.</a:t>
          </a:r>
        </a:p>
      </dsp:txBody>
      <dsp:txXfrm>
        <a:off x="139792" y="2132902"/>
        <a:ext cx="2799230" cy="720000"/>
      </dsp:txXfrm>
    </dsp:sp>
    <dsp:sp modelId="{C0B55BE7-0BD9-4360-8E5D-0F0E4FE6380E}">
      <dsp:nvSpPr>
        <dsp:cNvPr id="0" name=""/>
        <dsp:cNvSpPr/>
      </dsp:nvSpPr>
      <dsp:spPr>
        <a:xfrm>
          <a:off x="4198677" y="488911"/>
          <a:ext cx="1259653" cy="12596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EA6A0-9490-449D-900D-4FB93F60A2AE}">
      <dsp:nvSpPr>
        <dsp:cNvPr id="0" name=""/>
        <dsp:cNvSpPr/>
      </dsp:nvSpPr>
      <dsp:spPr>
        <a:xfrm>
          <a:off x="3428889" y="2132902"/>
          <a:ext cx="279923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Maintains SQL semantics &amp; ACID guarantees.</a:t>
          </a:r>
        </a:p>
      </dsp:txBody>
      <dsp:txXfrm>
        <a:off x="3428889" y="2132902"/>
        <a:ext cx="2799230" cy="720000"/>
      </dsp:txXfrm>
    </dsp:sp>
    <dsp:sp modelId="{4C5A2047-11D3-434F-9BCB-B24B0E3CF878}">
      <dsp:nvSpPr>
        <dsp:cNvPr id="0" name=""/>
        <dsp:cNvSpPr/>
      </dsp:nvSpPr>
      <dsp:spPr>
        <a:xfrm>
          <a:off x="2554129" y="3552710"/>
          <a:ext cx="1259653" cy="12596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CF693E-2200-47F3-B603-113E551E95E7}">
      <dsp:nvSpPr>
        <dsp:cNvPr id="0" name=""/>
        <dsp:cNvSpPr/>
      </dsp:nvSpPr>
      <dsp:spPr>
        <a:xfrm>
          <a:off x="1784341" y="5196701"/>
          <a:ext cx="279923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Cloud-native, horizontally scalable.</a:t>
          </a:r>
        </a:p>
      </dsp:txBody>
      <dsp:txXfrm>
        <a:off x="1784341" y="5196701"/>
        <a:ext cx="279923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85D4CA-2165-4E8E-B83C-BA6A75B44764}">
      <dsp:nvSpPr>
        <dsp:cNvPr id="0" name=""/>
        <dsp:cNvSpPr/>
      </dsp:nvSpPr>
      <dsp:spPr>
        <a:xfrm>
          <a:off x="0" y="1213883"/>
          <a:ext cx="6263640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28BE30-6062-4A04-9823-E6104B3E4AD4}">
      <dsp:nvSpPr>
        <dsp:cNvPr id="0" name=""/>
        <dsp:cNvSpPr/>
      </dsp:nvSpPr>
      <dsp:spPr>
        <a:xfrm>
          <a:off x="313182" y="903923"/>
          <a:ext cx="4384548" cy="6199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725" tIns="0" rIns="165725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Horizontal scalability.</a:t>
          </a:r>
        </a:p>
      </dsp:txBody>
      <dsp:txXfrm>
        <a:off x="343444" y="934185"/>
        <a:ext cx="4324024" cy="559396"/>
      </dsp:txXfrm>
    </dsp:sp>
    <dsp:sp modelId="{AE7F77C1-271A-4A34-BFEE-C5DB9DDA0A9D}">
      <dsp:nvSpPr>
        <dsp:cNvPr id="0" name=""/>
        <dsp:cNvSpPr/>
      </dsp:nvSpPr>
      <dsp:spPr>
        <a:xfrm>
          <a:off x="0" y="2166443"/>
          <a:ext cx="6263640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181CA5-835D-4034-9CA5-995496B46A42}">
      <dsp:nvSpPr>
        <dsp:cNvPr id="0" name=""/>
        <dsp:cNvSpPr/>
      </dsp:nvSpPr>
      <dsp:spPr>
        <a:xfrm>
          <a:off x="313182" y="1856483"/>
          <a:ext cx="4384548" cy="6199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725" tIns="0" rIns="165725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Strong consistency via consensus.</a:t>
          </a:r>
        </a:p>
      </dsp:txBody>
      <dsp:txXfrm>
        <a:off x="343444" y="1886745"/>
        <a:ext cx="4324024" cy="559396"/>
      </dsp:txXfrm>
    </dsp:sp>
    <dsp:sp modelId="{5AF434A6-95E3-40BB-8853-65DE2C7A1069}">
      <dsp:nvSpPr>
        <dsp:cNvPr id="0" name=""/>
        <dsp:cNvSpPr/>
      </dsp:nvSpPr>
      <dsp:spPr>
        <a:xfrm>
          <a:off x="0" y="3119004"/>
          <a:ext cx="6263640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E241AB-7B9C-4CBB-9234-13A41EB15A36}">
      <dsp:nvSpPr>
        <dsp:cNvPr id="0" name=""/>
        <dsp:cNvSpPr/>
      </dsp:nvSpPr>
      <dsp:spPr>
        <a:xfrm>
          <a:off x="313182" y="2809044"/>
          <a:ext cx="4384548" cy="6199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725" tIns="0" rIns="165725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Geo-distribution.</a:t>
          </a:r>
        </a:p>
      </dsp:txBody>
      <dsp:txXfrm>
        <a:off x="343444" y="2839306"/>
        <a:ext cx="4324024" cy="559396"/>
      </dsp:txXfrm>
    </dsp:sp>
    <dsp:sp modelId="{FC38C1E0-A5A1-4484-B6C3-63280695754F}">
      <dsp:nvSpPr>
        <dsp:cNvPr id="0" name=""/>
        <dsp:cNvSpPr/>
      </dsp:nvSpPr>
      <dsp:spPr>
        <a:xfrm>
          <a:off x="0" y="4071564"/>
          <a:ext cx="6263640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4E67B8-C62E-4DB0-BCD3-8733D552DFE0}">
      <dsp:nvSpPr>
        <dsp:cNvPr id="0" name=""/>
        <dsp:cNvSpPr/>
      </dsp:nvSpPr>
      <dsp:spPr>
        <a:xfrm>
          <a:off x="313182" y="3761604"/>
          <a:ext cx="4384548" cy="6199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725" tIns="0" rIns="165725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Fault tolerance &amp; high availability.</a:t>
          </a:r>
        </a:p>
      </dsp:txBody>
      <dsp:txXfrm>
        <a:off x="343444" y="3791866"/>
        <a:ext cx="4324024" cy="55939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2ECADA-9248-4B32-ABAB-C79F27F4C9B0}">
      <dsp:nvSpPr>
        <dsp:cNvPr id="0" name=""/>
        <dsp:cNvSpPr/>
      </dsp:nvSpPr>
      <dsp:spPr>
        <a:xfrm>
          <a:off x="0" y="501934"/>
          <a:ext cx="6666833" cy="219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604012" rIns="517420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Global e-commerce.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Financial systems.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SaaS multi-region apps.</a:t>
          </a:r>
        </a:p>
      </dsp:txBody>
      <dsp:txXfrm>
        <a:off x="0" y="501934"/>
        <a:ext cx="6666833" cy="2192400"/>
      </dsp:txXfrm>
    </dsp:sp>
    <dsp:sp modelId="{A3113DBD-BAD3-4699-A220-57AC756A5077}">
      <dsp:nvSpPr>
        <dsp:cNvPr id="0" name=""/>
        <dsp:cNvSpPr/>
      </dsp:nvSpPr>
      <dsp:spPr>
        <a:xfrm>
          <a:off x="333341" y="73894"/>
          <a:ext cx="4666783" cy="8560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Use Cases:</a:t>
          </a:r>
          <a:r>
            <a:rPr lang="en-US" sz="2900" kern="1200"/>
            <a:t> </a:t>
          </a:r>
        </a:p>
      </dsp:txBody>
      <dsp:txXfrm>
        <a:off x="375131" y="115684"/>
        <a:ext cx="4583203" cy="772500"/>
      </dsp:txXfrm>
    </dsp:sp>
    <dsp:sp modelId="{8F9369A0-48D5-42DF-9FF6-55D909C589AC}">
      <dsp:nvSpPr>
        <dsp:cNvPr id="0" name=""/>
        <dsp:cNvSpPr/>
      </dsp:nvSpPr>
      <dsp:spPr>
        <a:xfrm>
          <a:off x="0" y="3278974"/>
          <a:ext cx="6666833" cy="21010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604012" rIns="517420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HTAP (Hybrid transactional/analytical).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AI-driven query optimization.</a:t>
          </a:r>
        </a:p>
      </dsp:txBody>
      <dsp:txXfrm>
        <a:off x="0" y="3278974"/>
        <a:ext cx="6666833" cy="2101050"/>
      </dsp:txXfrm>
    </dsp:sp>
    <dsp:sp modelId="{33499888-3303-46AF-9CA6-8632F361E396}">
      <dsp:nvSpPr>
        <dsp:cNvPr id="0" name=""/>
        <dsp:cNvSpPr/>
      </dsp:nvSpPr>
      <dsp:spPr>
        <a:xfrm>
          <a:off x="333341" y="2850934"/>
          <a:ext cx="4666783" cy="85608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Future Trends:</a:t>
          </a:r>
          <a:r>
            <a:rPr lang="en-US" sz="2900" kern="1200"/>
            <a:t> </a:t>
          </a:r>
        </a:p>
      </dsp:txBody>
      <dsp:txXfrm>
        <a:off x="375131" y="2892724"/>
        <a:ext cx="4583203" cy="77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BB131-85F1-F792-780F-2F804AD39F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DABC2D-738D-DF47-D967-8376EA968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D85DE-D804-2566-0415-DFC14A898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335E-9AB0-49A1-84BB-7E42AEA8F34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BFC42-6396-60D7-8723-0880E7D6D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9C873-DD22-0D69-1630-0EF1F46CD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F968-F2E6-4FF1-9C7C-B879F0BA5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34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2DC70-E45A-6BCB-7FBD-7738133A3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A3257-06D7-9C57-E539-E5499CEBC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88FF0-909A-9781-EF92-AAB577098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335E-9AB0-49A1-84BB-7E42AEA8F34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29BD0-9BFF-5E20-8448-B6905B009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0B9B3-5697-328B-DE93-D33D6D56A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F968-F2E6-4FF1-9C7C-B879F0BA5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922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D7683-4EF5-A178-EF7D-33F038EF4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AB273F-D561-841F-B5A7-D2FFA218A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662A4-131F-54DD-0F38-3D20EDBD9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335E-9AB0-49A1-84BB-7E42AEA8F34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432EA-DC34-747E-A614-FC7D636D9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F68F9-5286-CCB6-543C-66AC63A50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F968-F2E6-4FF1-9C7C-B879F0BA5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453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060E5-AA2F-1127-F621-AAA7D1D8B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17A18-C7D4-A8DF-0222-3EDDE6ED0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F6C8C5-E722-A9C2-4062-4B0DD5B7A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9EB4E-49C6-891C-0D34-104A506B1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335E-9AB0-49A1-84BB-7E42AEA8F34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AC3B2A-6E53-6245-9EA0-7D63D14FC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0CC4C-ED12-00BB-3B45-B2D3B8DC1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F968-F2E6-4FF1-9C7C-B879F0BA5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71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EA3B2-6C3E-2154-0B1A-F9218ADFB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0C5A22-7BA5-B27E-40C5-48DA8039C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51F283-49FC-A242-A080-000195E03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38BE48-485B-85DE-46B8-BCC1EBBEC5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3F7E0B-B3B8-6B4F-5C10-CE867D4D97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0B89B2-4A50-B800-7FDF-487106672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335E-9AB0-49A1-84BB-7E42AEA8F34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9FAAF4-553D-9C9C-98CA-4C106D257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F68B99-EDB5-C957-C6AC-990A34DA3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F968-F2E6-4FF1-9C7C-B879F0BA5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18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98E98-5434-53EE-41B4-C96701314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87C81F-FC7C-5FD6-0C76-9DA9BA6B7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335E-9AB0-49A1-84BB-7E42AEA8F34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40CD8B-F92B-FBDF-0D00-3B4AF7EE8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01F224-94A2-82AB-7EC8-4E4162735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F968-F2E6-4FF1-9C7C-B879F0BA5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093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FAAB72-2318-D975-655B-9174F5156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335E-9AB0-49A1-84BB-7E42AEA8F34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28181D-5A14-EC45-5C77-0C6157C3D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B1613-9C2D-06BB-D6D5-FDFD3DAFF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F968-F2E6-4FF1-9C7C-B879F0BA5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946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5F81A-6FDE-7891-2D8F-A31F42D92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3066B-3DBB-CDC0-1EC7-755FEF412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91CA86-211D-CB6B-A60E-6AB2F9AF4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5081F3-15CD-CFC5-2197-D5162A222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335E-9AB0-49A1-84BB-7E42AEA8F34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7CFD8-912A-8AC7-7F99-6C5ED8093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3816D-8957-1E58-A064-948520543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F968-F2E6-4FF1-9C7C-B879F0BA5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79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94A59-C043-BFCF-D8AC-31D6324B5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0E796A-72EA-7C01-84FD-81EE86FD53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A50778-A19E-1331-2552-656A9CD33F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18FD6F-9054-B37D-0AA8-B5A89A356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335E-9AB0-49A1-84BB-7E42AEA8F34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8459BB-2248-F9CF-A7C2-2BAA40BB5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0423A-A317-9C7E-445F-B7D4423A0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F968-F2E6-4FF1-9C7C-B879F0BA5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893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3CBA6-8AE1-A836-655A-BEC95F385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C6EF8B-6FD9-62C7-A071-F4BCCD585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A3FAF-D9A8-3E27-06E4-63958AE8D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335E-9AB0-49A1-84BB-7E42AEA8F34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C062C-0A42-33C8-142C-AA1BB0EAE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9A3E6-86FF-4022-2E37-4179359FA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F968-F2E6-4FF1-9C7C-B879F0BA5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727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9F254E-FA92-2646-EDC9-B7D4769456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6E940C-3F7C-AA18-F82B-6C0CD70D12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40032-0E1F-B1CB-5F49-6EB2AAC23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335E-9AB0-49A1-84BB-7E42AEA8F34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B341A-9644-0DCD-C579-937DF49D9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5B265-3456-DEE2-E62D-F593D86F1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F968-F2E6-4FF1-9C7C-B879F0BA5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192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A85BFE-28E5-91C9-B107-A337E2320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58F76-4B61-8BC3-7FA7-67B3DDCF5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984A7-D2DC-E569-0AB9-517B2F31D9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99335E-9AB0-49A1-84BB-7E42AEA8F34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6AE11-3E44-9BD9-2A97-C3F9F9746F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8B637-D57F-95E8-11C5-6C06CB2A9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07F968-F2E6-4FF1-9C7C-B879F0BA5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151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687536-30F8-25E9-AB73-A4EF08C820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249" r="1735" b="5010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58E345-5407-6183-5832-16D6D4D905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822956"/>
          </a:xfrm>
        </p:spPr>
        <p:txBody>
          <a:bodyPr anchor="b">
            <a:norm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+mn-lt"/>
              </a:rPr>
              <a:t>KAIZEN DAY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A0B2EB-7392-A830-E68C-64A1FE4E4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3067672"/>
            <a:ext cx="4023359" cy="1208141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Distributed SQL Databases: Modern Approach to OLTP Systems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3645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C55A1B-97D8-E185-CE70-0F66C404E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6C16F2-2923-872E-249E-2E25FB000E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7308" y="591344"/>
            <a:ext cx="6906491" cy="5585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Introduction </a:t>
            </a: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OLTP Basics </a:t>
            </a: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What is Distributed SQL? </a:t>
            </a: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Core Features </a:t>
            </a: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Architecture Overview </a:t>
            </a: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Comparison </a:t>
            </a: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Popular Databases </a:t>
            </a: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Demo: Query Flow &amp; ACID </a:t>
            </a: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 Cases &amp; Future Trends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594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EDCB54-9897-9A32-8891-509AD9D7A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Introduction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6AE558A8-A4B0-D91C-A701-5ECE4B8582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711234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18622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388C65-8F9C-A41B-FE97-D4597790D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OLTP Basics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0A318CB-39C4-A8D1-1EA0-F8F1779AF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OLTP Characteristics:</a:t>
            </a:r>
            <a:r>
              <a:rPr lang="en-US" sz="2000" dirty="0"/>
              <a:t> High transaction volume, ACID compliance.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Challenges:</a:t>
            </a:r>
            <a:r>
              <a:rPr lang="en-US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Vertical scaling limits.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Single-region deployments.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Expensive hardware upgrades.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77903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29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B9B285B-6616-64CC-4762-2A9892A5B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US" sz="4800" b="1">
                <a:solidFill>
                  <a:schemeClr val="bg1"/>
                </a:solidFill>
              </a:rPr>
              <a:t>What is Distributed SQL?</a:t>
            </a:r>
            <a:endParaRPr lang="en-US" sz="480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ED84FF-0490-E395-9529-7EB987931B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9214452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8719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925DAC-A997-4298-77A0-4C17B59BE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n-US" sz="5200" b="1"/>
              <a:t>Core Features</a:t>
            </a:r>
            <a:endParaRPr lang="en-US" sz="5200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F5521B32-15C5-4AF8-B020-0102CEAE85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4890607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690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5">
            <a:extLst>
              <a:ext uri="{FF2B5EF4-FFF2-40B4-BE49-F238E27FC236}">
                <a16:creationId xmlns:a16="http://schemas.microsoft.com/office/drawing/2014/main" id="{A033C789-80DE-34F8-7A2E-88EF78BA4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0990" y="7914967"/>
            <a:ext cx="7166094" cy="26876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 fontScale="70000" lnSpcReduction="20000"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9" name="Picture 18" descr="A diagram of a database&#10;&#10;AI-generated content may be incorrect.">
            <a:extLst>
              <a:ext uri="{FF2B5EF4-FFF2-40B4-BE49-F238E27FC236}">
                <a16:creationId xmlns:a16="http://schemas.microsoft.com/office/drawing/2014/main" id="{10137B81-8C47-9C8D-83E2-BBE1050024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327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C8BC21BC-3F8D-003B-51FE-BA65C94F9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693" y="2533476"/>
            <a:ext cx="4597746" cy="34478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</a:rPr>
              <a:t>Comparison Table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5988F65-92AA-E4AE-0F9A-553090B8B4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9201596"/>
              </p:ext>
            </p:extLst>
          </p:nvPr>
        </p:nvGraphicFramePr>
        <p:xfrm>
          <a:off x="4480753" y="664236"/>
          <a:ext cx="7173535" cy="5067404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2064423">
                  <a:extLst>
                    <a:ext uri="{9D8B030D-6E8A-4147-A177-3AD203B41FA5}">
                      <a16:colId xmlns:a16="http://schemas.microsoft.com/office/drawing/2014/main" val="91821682"/>
                    </a:ext>
                  </a:extLst>
                </a:gridCol>
                <a:gridCol w="2959725">
                  <a:extLst>
                    <a:ext uri="{9D8B030D-6E8A-4147-A177-3AD203B41FA5}">
                      <a16:colId xmlns:a16="http://schemas.microsoft.com/office/drawing/2014/main" val="4031516778"/>
                    </a:ext>
                  </a:extLst>
                </a:gridCol>
                <a:gridCol w="2149387">
                  <a:extLst>
                    <a:ext uri="{9D8B030D-6E8A-4147-A177-3AD203B41FA5}">
                      <a16:colId xmlns:a16="http://schemas.microsoft.com/office/drawing/2014/main" val="1505657202"/>
                    </a:ext>
                  </a:extLst>
                </a:gridCol>
              </a:tblGrid>
              <a:tr h="483078"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 marL="152366" marR="117205" marT="117205" marB="11720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Traditional RDBMS</a:t>
                      </a:r>
                    </a:p>
                  </a:txBody>
                  <a:tcPr marL="152366" marR="117205" marT="117205" marB="11720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Distributed SQL</a:t>
                      </a:r>
                    </a:p>
                  </a:txBody>
                  <a:tcPr marL="152366" marR="117205" marT="117205" marB="11720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090576"/>
                  </a:ext>
                </a:extLst>
              </a:tr>
              <a:tr h="940507"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Scalability</a:t>
                      </a:r>
                    </a:p>
                  </a:txBody>
                  <a:tcPr marL="152366" marR="117205" marT="117205" marB="11720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Vertical</a:t>
                      </a:r>
                    </a:p>
                  </a:txBody>
                  <a:tcPr marL="152366" marR="117205" marT="117205" marB="11720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Horizontal</a:t>
                      </a:r>
                    </a:p>
                  </a:txBody>
                  <a:tcPr marL="152366" marR="117205" marT="117205" marB="11720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387174"/>
                  </a:ext>
                </a:extLst>
              </a:tr>
              <a:tr h="992162"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Consistency</a:t>
                      </a:r>
                    </a:p>
                  </a:txBody>
                  <a:tcPr marL="152366" marR="117205" marT="117205" marB="11720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Single-node</a:t>
                      </a:r>
                    </a:p>
                  </a:txBody>
                  <a:tcPr marL="152366" marR="117205" marT="117205" marB="11720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Multi-node strong</a:t>
                      </a:r>
                    </a:p>
                  </a:txBody>
                  <a:tcPr marL="152366" marR="117205" marT="117205" marB="11720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660754"/>
                  </a:ext>
                </a:extLst>
              </a:tr>
              <a:tr h="1518270"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Fault Tolerance</a:t>
                      </a:r>
                    </a:p>
                  </a:txBody>
                  <a:tcPr marL="152366" marR="117205" marT="117205" marB="11720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Limited</a:t>
                      </a:r>
                    </a:p>
                  </a:txBody>
                  <a:tcPr marL="152366" marR="117205" marT="117205" marB="11720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 marL="152366" marR="117205" marT="117205" marB="11720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483876"/>
                  </a:ext>
                </a:extLst>
              </a:tr>
              <a:tr h="1107735"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Geo-distribution</a:t>
                      </a:r>
                    </a:p>
                  </a:txBody>
                  <a:tcPr marL="152366" marR="117205" marT="117205" marB="11720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152366" marR="117205" marT="117205" marB="11720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marL="152366" marR="117205" marT="117205" marB="11720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050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9039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BFE00-FFFA-A7BA-33F2-3357F374E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4597747" cy="1616203"/>
          </a:xfrm>
        </p:spPr>
        <p:txBody>
          <a:bodyPr anchor="b">
            <a:normAutofit/>
          </a:bodyPr>
          <a:lstStyle/>
          <a:p>
            <a:r>
              <a:rPr lang="en-US" sz="3200" b="1"/>
              <a:t>Popular Distributed SQL Databases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E22B3-BAB1-B72E-7D97-D94B01836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4597746" cy="3447832"/>
          </a:xfrm>
        </p:spPr>
        <p:txBody>
          <a:bodyPr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Google Spanner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/>
              <a:t>CockroachDB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/>
              <a:t>YugabyteDB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/>
              <a:t>TiDB</a:t>
            </a:r>
            <a:endParaRPr lang="en-US" sz="2000" dirty="0"/>
          </a:p>
          <a:p>
            <a:endParaRPr lang="en-US" sz="20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A group of logos with different symbols&#10;&#10;AI-generated content may be incorrect.">
            <a:extLst>
              <a:ext uri="{FF2B5EF4-FFF2-40B4-BE49-F238E27FC236}">
                <a16:creationId xmlns:a16="http://schemas.microsoft.com/office/drawing/2014/main" id="{37CDB312-5BED-5435-6893-7DD6ABF78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960" y="1039204"/>
            <a:ext cx="4064000" cy="364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437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551EE-6B69-A103-C82B-476E8EF55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Conceptual 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D0FCB-C166-54E6-66EB-B4A4936E9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39460" cy="4351338"/>
          </a:xfrm>
        </p:spPr>
        <p:txBody>
          <a:bodyPr>
            <a:normAutofit fontScale="850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Steps: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Client sends query → Coordinator parses.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Coordinator plans execution across shards.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Leader replicates to followers (Raft consensus).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Majority commit → Coordinator confirms → Client success.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ACID: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Atomicity: All-or-nothing via consensus.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Consistency: Majority agreement before commit.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Isolation: MVCC prevents conflicts.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Durability: Data persisted on multiple nodes.</a:t>
            </a:r>
          </a:p>
          <a:p>
            <a:endParaRPr lang="en-US" dirty="0"/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F3A7054B-110A-AF91-695B-63E281F9ED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660" y="1690689"/>
            <a:ext cx="5273040" cy="44862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3C5AC89-1D06-E8E2-5573-CA94BE76DDF1}"/>
              </a:ext>
            </a:extLst>
          </p:cNvPr>
          <p:cNvSpPr/>
          <p:nvPr/>
        </p:nvSpPr>
        <p:spPr>
          <a:xfrm>
            <a:off x="7688826" y="1956619"/>
            <a:ext cx="3048000" cy="4031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65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0532D5-1DF2-A9E9-DDE8-5895F15C1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Use Cases &amp; Future Trends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FE15543-16F4-0B56-49EB-8F3256D613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220158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0275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251</Words>
  <Application>Microsoft Office PowerPoint</Application>
  <PresentationFormat>Widescreen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KAIZEN DAY</vt:lpstr>
      <vt:lpstr>Agenda</vt:lpstr>
      <vt:lpstr>Introduction</vt:lpstr>
      <vt:lpstr>OLTP Basics</vt:lpstr>
      <vt:lpstr>What is Distributed SQL?</vt:lpstr>
      <vt:lpstr>Core Features</vt:lpstr>
      <vt:lpstr>PowerPoint Presentation</vt:lpstr>
      <vt:lpstr>PowerPoint Presentation</vt:lpstr>
      <vt:lpstr>Popular Distributed SQL Databases</vt:lpstr>
      <vt:lpstr>Conceptual Flow</vt:lpstr>
      <vt:lpstr>Use Cases &amp; Future Trends</vt:lpstr>
    </vt:vector>
  </TitlesOfParts>
  <Company>TESCO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C, Jeevani</dc:creator>
  <cp:lastModifiedBy>C, Jeevani</cp:lastModifiedBy>
  <cp:revision>13</cp:revision>
  <dcterms:created xsi:type="dcterms:W3CDTF">2025-11-26T18:24:24Z</dcterms:created>
  <dcterms:modified xsi:type="dcterms:W3CDTF">2025-11-26T19:59:47Z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fa3bcc5-af7f-4e3c-8d4c-726a9a6f8de8_Enabled">
    <vt:lpwstr>true</vt:lpwstr>
  </property>
  <property fmtid="{D5CDD505-2E9C-101B-9397-08002B2CF9AE}" pid="3" name="MSIP_Label_bfa3bcc5-af7f-4e3c-8d4c-726a9a6f8de8_SetDate">
    <vt:lpwstr>2025-11-26T18:52:45Z</vt:lpwstr>
  </property>
  <property fmtid="{D5CDD505-2E9C-101B-9397-08002B2CF9AE}" pid="4" name="MSIP_Label_bfa3bcc5-af7f-4e3c-8d4c-726a9a6f8de8_Method">
    <vt:lpwstr>Standard</vt:lpwstr>
  </property>
  <property fmtid="{D5CDD505-2E9C-101B-9397-08002B2CF9AE}" pid="5" name="MSIP_Label_bfa3bcc5-af7f-4e3c-8d4c-726a9a6f8de8_Name">
    <vt:lpwstr>bfa3bcc5-af7f-4e3c-8d4c-726a9a6f8de8</vt:lpwstr>
  </property>
  <property fmtid="{D5CDD505-2E9C-101B-9397-08002B2CF9AE}" pid="6" name="MSIP_Label_bfa3bcc5-af7f-4e3c-8d4c-726a9a6f8de8_SiteId">
    <vt:lpwstr>3928808b-8a46-426b-8f87-051a36bb2f91</vt:lpwstr>
  </property>
  <property fmtid="{D5CDD505-2E9C-101B-9397-08002B2CF9AE}" pid="7" name="MSIP_Label_bfa3bcc5-af7f-4e3c-8d4c-726a9a6f8de8_ActionId">
    <vt:lpwstr>f5893c1d-f52a-4277-bfc6-b5d6d4264972</vt:lpwstr>
  </property>
  <property fmtid="{D5CDD505-2E9C-101B-9397-08002B2CF9AE}" pid="8" name="MSIP_Label_bfa3bcc5-af7f-4e3c-8d4c-726a9a6f8de8_ContentBits">
    <vt:lpwstr>0</vt:lpwstr>
  </property>
</Properties>
</file>